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68" r:id="rId4"/>
    <p:sldId id="269" r:id="rId5"/>
    <p:sldId id="271" r:id="rId6"/>
    <p:sldId id="274" r:id="rId7"/>
    <p:sldId id="275" r:id="rId8"/>
    <p:sldId id="273" r:id="rId9"/>
    <p:sldId id="276" r:id="rId10"/>
    <p:sldId id="267" r:id="rId11"/>
    <p:sldId id="281" r:id="rId12"/>
    <p:sldId id="278" r:id="rId13"/>
    <p:sldId id="280" r:id="rId14"/>
    <p:sldId id="279" r:id="rId15"/>
    <p:sldId id="277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A7DEC6C-021F-4F80-A1B9-523129C753A6}">
          <p14:sldIdLst>
            <p14:sldId id="256"/>
          </p14:sldIdLst>
        </p14:section>
        <p14:section name="Agenda" id="{53C264C1-3060-4F3B-A0C7-078287CC7A6A}">
          <p14:sldIdLst>
            <p14:sldId id="270"/>
          </p14:sldIdLst>
        </p14:section>
        <p14:section name="Introduction" id="{4BF2099D-9CCA-4029-88A3-1F5DF83E1EE4}">
          <p14:sldIdLst>
            <p14:sldId id="268"/>
            <p14:sldId id="269"/>
            <p14:sldId id="271"/>
          </p14:sldIdLst>
        </p14:section>
        <p14:section name="Simulations" id="{A360DDFF-C570-48ED-97E7-3E8F5325ADAC}">
          <p14:sldIdLst>
            <p14:sldId id="274"/>
            <p14:sldId id="275"/>
            <p14:sldId id="273"/>
            <p14:sldId id="276"/>
          </p14:sldIdLst>
        </p14:section>
        <p14:section name="Future Plans" id="{F371E1AC-E3B0-40C7-91CE-8BBF9B9E6DEC}">
          <p14:sldIdLst>
            <p14:sldId id="267"/>
            <p14:sldId id="281"/>
            <p14:sldId id="278"/>
            <p14:sldId id="280"/>
          </p14:sldIdLst>
        </p14:section>
        <p14:section name="Conclusions" id="{9160EE34-C6DC-453B-9165-22C4B3D46D06}">
          <p14:sldIdLst>
            <p14:sldId id="279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94CE"/>
    <a:srgbClr val="F4A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44C6A-5999-4DA2-BBDA-797AFF6707C0}" v="975" dt="2025-12-22T21:27:29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1181" y="-162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asadeh, Ramez | Student" userId="6170ca4f-fdd0-4c87-bf15-8c567239ce61" providerId="ADAL" clId="{31BD6049-3996-48BA-A2DE-6C4DA87585B4}"/>
    <pc:docChg chg="undo redo custSel addSld delSld modSld sldOrd modMainMaster addSection modSection">
      <pc:chgData name="AlMasadeh, Ramez | Student" userId="6170ca4f-fdd0-4c87-bf15-8c567239ce61" providerId="ADAL" clId="{31BD6049-3996-48BA-A2DE-6C4DA87585B4}" dt="2025-12-22T21:53:55.343" v="3877" actId="14100"/>
      <pc:docMkLst>
        <pc:docMk/>
      </pc:docMkLst>
      <pc:sldChg chg="addSp delSp modSp mod">
        <pc:chgData name="AlMasadeh, Ramez | Student" userId="6170ca4f-fdd0-4c87-bf15-8c567239ce61" providerId="ADAL" clId="{31BD6049-3996-48BA-A2DE-6C4DA87585B4}" dt="2025-12-18T21:38:39.584" v="833" actId="1076"/>
        <pc:sldMkLst>
          <pc:docMk/>
          <pc:sldMk cId="0" sldId="256"/>
        </pc:sldMkLst>
        <pc:spChg chg="mod ord">
          <ac:chgData name="AlMasadeh, Ramez | Student" userId="6170ca4f-fdd0-4c87-bf15-8c567239ce61" providerId="ADAL" clId="{31BD6049-3996-48BA-A2DE-6C4DA87585B4}" dt="2025-12-18T20:51:15.677" v="33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Masadeh, Ramez | Student" userId="6170ca4f-fdd0-4c87-bf15-8c567239ce61" providerId="ADAL" clId="{31BD6049-3996-48BA-A2DE-6C4DA87585B4}" dt="2025-12-18T20:49:10.937" v="307" actId="164"/>
          <ac:spMkLst>
            <pc:docMk/>
            <pc:sldMk cId="0" sldId="256"/>
            <ac:spMk id="5" creationId="{00000000-0000-0000-0000-000000000000}"/>
          </ac:spMkLst>
        </pc:spChg>
        <pc:spChg chg="mod">
          <ac:chgData name="AlMasadeh, Ramez | Student" userId="6170ca4f-fdd0-4c87-bf15-8c567239ce61" providerId="ADAL" clId="{31BD6049-3996-48BA-A2DE-6C4DA87585B4}" dt="2025-12-18T21:00:07.940" v="405" actId="108"/>
          <ac:spMkLst>
            <pc:docMk/>
            <pc:sldMk cId="0" sldId="256"/>
            <ac:spMk id="6" creationId="{00000000-0000-0000-0000-000000000000}"/>
          </ac:spMkLst>
        </pc:spChg>
        <pc:spChg chg="mod">
          <ac:chgData name="AlMasadeh, Ramez | Student" userId="6170ca4f-fdd0-4c87-bf15-8c567239ce61" providerId="ADAL" clId="{31BD6049-3996-48BA-A2DE-6C4DA87585B4}" dt="2025-12-18T21:22:47.378" v="605" actId="14861"/>
          <ac:spMkLst>
            <pc:docMk/>
            <pc:sldMk cId="0" sldId="256"/>
            <ac:spMk id="7" creationId="{00000000-0000-0000-0000-000000000000}"/>
          </ac:spMkLst>
        </pc:spChg>
        <pc:spChg chg="add del mod topLvl">
          <ac:chgData name="AlMasadeh, Ramez | Student" userId="6170ca4f-fdd0-4c87-bf15-8c567239ce61" providerId="ADAL" clId="{31BD6049-3996-48BA-A2DE-6C4DA87585B4}" dt="2025-12-18T21:11:55.313" v="564" actId="164"/>
          <ac:spMkLst>
            <pc:docMk/>
            <pc:sldMk cId="0" sldId="256"/>
            <ac:spMk id="8" creationId="{00000000-0000-0000-0000-000000000000}"/>
          </ac:spMkLst>
        </pc:spChg>
        <pc:spChg chg="mod topLvl">
          <ac:chgData name="AlMasadeh, Ramez | Student" userId="6170ca4f-fdd0-4c87-bf15-8c567239ce61" providerId="ADAL" clId="{31BD6049-3996-48BA-A2DE-6C4DA87585B4}" dt="2025-12-18T20:49:40.708" v="315" actId="207"/>
          <ac:spMkLst>
            <pc:docMk/>
            <pc:sldMk cId="0" sldId="256"/>
            <ac:spMk id="18" creationId="{AA326D1A-21CB-A6F3-B73F-43950E84D36E}"/>
          </ac:spMkLst>
        </pc:spChg>
        <pc:spChg chg="add del mod ord topLvl">
          <ac:chgData name="AlMasadeh, Ramez | Student" userId="6170ca4f-fdd0-4c87-bf15-8c567239ce61" providerId="ADAL" clId="{31BD6049-3996-48BA-A2DE-6C4DA87585B4}" dt="2025-12-18T21:11:48.664" v="563" actId="14100"/>
          <ac:spMkLst>
            <pc:docMk/>
            <pc:sldMk cId="0" sldId="256"/>
            <ac:spMk id="19" creationId="{B942D092-547C-9403-9301-A5655B130111}"/>
          </ac:spMkLst>
        </pc:spChg>
        <pc:grpChg chg="add mod">
          <ac:chgData name="AlMasadeh, Ramez | Student" userId="6170ca4f-fdd0-4c87-bf15-8c567239ce61" providerId="ADAL" clId="{31BD6049-3996-48BA-A2DE-6C4DA87585B4}" dt="2025-12-18T20:51:49.860" v="336" actId="164"/>
          <ac:grpSpMkLst>
            <pc:docMk/>
            <pc:sldMk cId="0" sldId="256"/>
            <ac:grpSpMk id="16" creationId="{8A511EFB-C2F7-2AE8-5522-161758C8D848}"/>
          </ac:grpSpMkLst>
        </pc:grpChg>
        <pc:grpChg chg="add del mod ord">
          <ac:chgData name="AlMasadeh, Ramez | Student" userId="6170ca4f-fdd0-4c87-bf15-8c567239ce61" providerId="ADAL" clId="{31BD6049-3996-48BA-A2DE-6C4DA87585B4}" dt="2025-12-18T20:51:49.860" v="336" actId="164"/>
          <ac:grpSpMkLst>
            <pc:docMk/>
            <pc:sldMk cId="0" sldId="256"/>
            <ac:grpSpMk id="17" creationId="{4CE01D3A-9539-9611-2493-1E758BDF8841}"/>
          </ac:grpSpMkLst>
        </pc:grpChg>
        <pc:grpChg chg="add mod">
          <ac:chgData name="AlMasadeh, Ramez | Student" userId="6170ca4f-fdd0-4c87-bf15-8c567239ce61" providerId="ADAL" clId="{31BD6049-3996-48BA-A2DE-6C4DA87585B4}" dt="2025-12-18T21:11:55.313" v="564" actId="164"/>
          <ac:grpSpMkLst>
            <pc:docMk/>
            <pc:sldMk cId="0" sldId="256"/>
            <ac:grpSpMk id="20" creationId="{E313EDA6-0C3B-D145-C07C-779223088DBA}"/>
          </ac:grpSpMkLst>
        </pc:grpChg>
        <pc:grpChg chg="add mod">
          <ac:chgData name="AlMasadeh, Ramez | Student" userId="6170ca4f-fdd0-4c87-bf15-8c567239ce61" providerId="ADAL" clId="{31BD6049-3996-48BA-A2DE-6C4DA87585B4}" dt="2025-12-18T21:11:57.240" v="565" actId="1076"/>
          <ac:grpSpMkLst>
            <pc:docMk/>
            <pc:sldMk cId="0" sldId="256"/>
            <ac:grpSpMk id="21" creationId="{3021D29E-F073-12DF-CCC9-3FE6D3C556A7}"/>
          </ac:grpSpMkLst>
        </pc:grpChg>
        <pc:picChg chg="mod">
          <ac:chgData name="AlMasadeh, Ramez | Student" userId="6170ca4f-fdd0-4c87-bf15-8c567239ce61" providerId="ADAL" clId="{31BD6049-3996-48BA-A2DE-6C4DA87585B4}" dt="2025-12-18T21:38:39.584" v="833" actId="1076"/>
          <ac:picMkLst>
            <pc:docMk/>
            <pc:sldMk cId="0" sldId="256"/>
            <ac:picMk id="11" creationId="{00000000-0000-0000-0000-000000000000}"/>
          </ac:picMkLst>
        </pc:picChg>
        <pc:picChg chg="mod">
          <ac:chgData name="AlMasadeh, Ramez | Student" userId="6170ca4f-fdd0-4c87-bf15-8c567239ce61" providerId="ADAL" clId="{31BD6049-3996-48BA-A2DE-6C4DA87585B4}" dt="2025-12-18T21:38:32.015" v="829" actId="1076"/>
          <ac:picMkLst>
            <pc:docMk/>
            <pc:sldMk cId="0" sldId="256"/>
            <ac:picMk id="12" creationId="{00000000-0000-0000-0000-000000000000}"/>
          </ac:picMkLst>
        </pc:picChg>
      </pc:sldChg>
      <pc:sldChg chg="modSp del mod">
        <pc:chgData name="AlMasadeh, Ramez | Student" userId="6170ca4f-fdd0-4c87-bf15-8c567239ce61" providerId="ADAL" clId="{31BD6049-3996-48BA-A2DE-6C4DA87585B4}" dt="2025-12-21T21:49:16.396" v="2725" actId="47"/>
        <pc:sldMkLst>
          <pc:docMk/>
          <pc:sldMk cId="0" sldId="263"/>
        </pc:sldMkLst>
        <pc:spChg chg="mod">
          <ac:chgData name="AlMasadeh, Ramez | Student" userId="6170ca4f-fdd0-4c87-bf15-8c567239ce61" providerId="ADAL" clId="{31BD6049-3996-48BA-A2DE-6C4DA87585B4}" dt="2025-12-21T21:23:10.318" v="2550" actId="1076"/>
          <ac:spMkLst>
            <pc:docMk/>
            <pc:sldMk cId="0" sldId="263"/>
            <ac:spMk id="10" creationId="{00000000-0000-0000-0000-000000000000}"/>
          </ac:spMkLst>
        </pc:spChg>
      </pc:sldChg>
      <pc:sldChg chg="del">
        <pc:chgData name="AlMasadeh, Ramez | Student" userId="6170ca4f-fdd0-4c87-bf15-8c567239ce61" providerId="ADAL" clId="{31BD6049-3996-48BA-A2DE-6C4DA87585B4}" dt="2025-12-21T21:49:18.242" v="2726" actId="47"/>
        <pc:sldMkLst>
          <pc:docMk/>
          <pc:sldMk cId="0" sldId="264"/>
        </pc:sldMkLst>
      </pc:sldChg>
      <pc:sldChg chg="addSp delSp modSp new mod ord">
        <pc:chgData name="AlMasadeh, Ramez | Student" userId="6170ca4f-fdd0-4c87-bf15-8c567239ce61" providerId="ADAL" clId="{31BD6049-3996-48BA-A2DE-6C4DA87585B4}" dt="2025-12-22T21:53:55.343" v="3877" actId="14100"/>
        <pc:sldMkLst>
          <pc:docMk/>
          <pc:sldMk cId="3449854182" sldId="267"/>
        </pc:sldMkLst>
        <pc:spChg chg="add mod">
          <ac:chgData name="AlMasadeh, Ramez | Student" userId="6170ca4f-fdd0-4c87-bf15-8c567239ce61" providerId="ADAL" clId="{31BD6049-3996-48BA-A2DE-6C4DA87585B4}" dt="2025-12-18T21:49:43.323" v="1021" actId="20577"/>
          <ac:spMkLst>
            <pc:docMk/>
            <pc:sldMk cId="3449854182" sldId="267"/>
            <ac:spMk id="2" creationId="{156A569D-B0F1-BF08-D8DB-F5E2A2129E61}"/>
          </ac:spMkLst>
        </pc:spChg>
        <pc:spChg chg="add mod ord">
          <ac:chgData name="AlMasadeh, Ramez | Student" userId="6170ca4f-fdd0-4c87-bf15-8c567239ce61" providerId="ADAL" clId="{31BD6049-3996-48BA-A2DE-6C4DA87585B4}" dt="2025-12-22T17:55:29.458" v="3368" actId="14100"/>
          <ac:spMkLst>
            <pc:docMk/>
            <pc:sldMk cId="3449854182" sldId="267"/>
            <ac:spMk id="3" creationId="{0740C970-5766-8EC9-1A2E-DB345B313A74}"/>
          </ac:spMkLst>
        </pc:spChg>
        <pc:spChg chg="add">
          <ac:chgData name="AlMasadeh, Ramez | Student" userId="6170ca4f-fdd0-4c87-bf15-8c567239ce61" providerId="ADAL" clId="{31BD6049-3996-48BA-A2DE-6C4DA87585B4}" dt="2025-12-21T21:29:02.616" v="2563"/>
          <ac:spMkLst>
            <pc:docMk/>
            <pc:sldMk cId="3449854182" sldId="267"/>
            <ac:spMk id="3" creationId="{4A0BDFA1-1375-C4BA-F2E2-0C5CBD090238}"/>
          </ac:spMkLst>
        </pc:spChg>
        <pc:spChg chg="add mod ord">
          <ac:chgData name="AlMasadeh, Ramez | Student" userId="6170ca4f-fdd0-4c87-bf15-8c567239ce61" providerId="ADAL" clId="{31BD6049-3996-48BA-A2DE-6C4DA87585B4}" dt="2025-12-22T17:55:43.761" v="3372" actId="167"/>
          <ac:spMkLst>
            <pc:docMk/>
            <pc:sldMk cId="3449854182" sldId="267"/>
            <ac:spMk id="4" creationId="{11E1E0F2-8041-815D-9227-FB18CC15C3E9}"/>
          </ac:spMkLst>
        </pc:spChg>
        <pc:spChg chg="add">
          <ac:chgData name="AlMasadeh, Ramez | Student" userId="6170ca4f-fdd0-4c87-bf15-8c567239ce61" providerId="ADAL" clId="{31BD6049-3996-48BA-A2DE-6C4DA87585B4}" dt="2025-12-21T21:29:54.070" v="2580"/>
          <ac:spMkLst>
            <pc:docMk/>
            <pc:sldMk cId="3449854182" sldId="267"/>
            <ac:spMk id="4" creationId="{120E6EDF-E604-E5CA-F659-53F5CDF00F67}"/>
          </ac:spMkLst>
        </pc:spChg>
        <pc:spChg chg="add">
          <ac:chgData name="AlMasadeh, Ramez | Student" userId="6170ca4f-fdd0-4c87-bf15-8c567239ce61" providerId="ADAL" clId="{31BD6049-3996-48BA-A2DE-6C4DA87585B4}" dt="2025-12-21T21:29:59.824" v="2581"/>
          <ac:spMkLst>
            <pc:docMk/>
            <pc:sldMk cId="3449854182" sldId="267"/>
            <ac:spMk id="5" creationId="{51796169-D3BC-1173-B63B-8A6798C6146C}"/>
          </ac:spMkLst>
        </pc:spChg>
        <pc:spChg chg="add">
          <ac:chgData name="AlMasadeh, Ramez | Student" userId="6170ca4f-fdd0-4c87-bf15-8c567239ce61" providerId="ADAL" clId="{31BD6049-3996-48BA-A2DE-6C4DA87585B4}" dt="2025-12-21T21:30:06.172" v="2582"/>
          <ac:spMkLst>
            <pc:docMk/>
            <pc:sldMk cId="3449854182" sldId="267"/>
            <ac:spMk id="6" creationId="{C6B4479D-05EE-AE41-FEE8-3D4867AF052E}"/>
          </ac:spMkLst>
        </pc:spChg>
        <pc:spChg chg="add">
          <ac:chgData name="AlMasadeh, Ramez | Student" userId="6170ca4f-fdd0-4c87-bf15-8c567239ce61" providerId="ADAL" clId="{31BD6049-3996-48BA-A2DE-6C4DA87585B4}" dt="2025-12-21T21:30:22.616" v="2583"/>
          <ac:spMkLst>
            <pc:docMk/>
            <pc:sldMk cId="3449854182" sldId="267"/>
            <ac:spMk id="7" creationId="{454DD507-CADE-53D3-C776-B37B4F828395}"/>
          </ac:spMkLst>
        </pc:spChg>
        <pc:spChg chg="add">
          <ac:chgData name="AlMasadeh, Ramez | Student" userId="6170ca4f-fdd0-4c87-bf15-8c567239ce61" providerId="ADAL" clId="{31BD6049-3996-48BA-A2DE-6C4DA87585B4}" dt="2025-12-21T21:33:31.365" v="2586"/>
          <ac:spMkLst>
            <pc:docMk/>
            <pc:sldMk cId="3449854182" sldId="267"/>
            <ac:spMk id="8" creationId="{2C2C95AD-6A64-3E07-8954-6065E673432E}"/>
          </ac:spMkLst>
        </pc:spChg>
        <pc:spChg chg="add">
          <ac:chgData name="AlMasadeh, Ramez | Student" userId="6170ca4f-fdd0-4c87-bf15-8c567239ce61" providerId="ADAL" clId="{31BD6049-3996-48BA-A2DE-6C4DA87585B4}" dt="2025-12-21T21:34:52.328" v="2604"/>
          <ac:spMkLst>
            <pc:docMk/>
            <pc:sldMk cId="3449854182" sldId="267"/>
            <ac:spMk id="9" creationId="{EF7E8761-6D40-D4E7-8A90-346F06C64DF7}"/>
          </ac:spMkLst>
        </pc:spChg>
        <pc:spChg chg="add mod">
          <ac:chgData name="AlMasadeh, Ramez | Student" userId="6170ca4f-fdd0-4c87-bf15-8c567239ce61" providerId="ADAL" clId="{31BD6049-3996-48BA-A2DE-6C4DA87585B4}" dt="2025-12-22T17:49:55.805" v="3357" actId="255"/>
          <ac:spMkLst>
            <pc:docMk/>
            <pc:sldMk cId="3449854182" sldId="267"/>
            <ac:spMk id="10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28:28.730" v="2552" actId="478"/>
          <ac:spMkLst>
            <pc:docMk/>
            <pc:sldMk cId="3449854182" sldId="267"/>
            <ac:spMk id="11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39:49.185" v="2640" actId="478"/>
          <ac:spMkLst>
            <pc:docMk/>
            <pc:sldMk cId="3449854182" sldId="267"/>
            <ac:spMk id="12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28:40.645" v="2555" actId="478"/>
          <ac:spMkLst>
            <pc:docMk/>
            <pc:sldMk cId="3449854182" sldId="267"/>
            <ac:spMk id="13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45:11.402" v="2705" actId="478"/>
          <ac:spMkLst>
            <pc:docMk/>
            <pc:sldMk cId="3449854182" sldId="267"/>
            <ac:spMk id="14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28:43.602" v="2556" actId="478"/>
          <ac:spMkLst>
            <pc:docMk/>
            <pc:sldMk cId="3449854182" sldId="267"/>
            <ac:spMk id="15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1:41:05.200" v="2651" actId="478"/>
          <ac:spMkLst>
            <pc:docMk/>
            <pc:sldMk cId="3449854182" sldId="267"/>
            <ac:spMk id="16" creationId="{EC5092C2-5923-C8F6-CD78-9B2B6C5E012F}"/>
          </ac:spMkLst>
        </pc:spChg>
        <pc:spChg chg="add mod">
          <ac:chgData name="AlMasadeh, Ramez | Student" userId="6170ca4f-fdd0-4c87-bf15-8c567239ce61" providerId="ADAL" clId="{31BD6049-3996-48BA-A2DE-6C4DA87585B4}" dt="2025-12-22T17:54:30.319" v="3359" actId="14100"/>
          <ac:spMkLst>
            <pc:docMk/>
            <pc:sldMk cId="3449854182" sldId="267"/>
            <ac:spMk id="17" creationId="{EC3A955A-6182-D4AE-B4D9-9BBF5E41E896}"/>
          </ac:spMkLst>
        </pc:spChg>
        <pc:spChg chg="add del mod">
          <ac:chgData name="AlMasadeh, Ramez | Student" userId="6170ca4f-fdd0-4c87-bf15-8c567239ce61" providerId="ADAL" clId="{31BD6049-3996-48BA-A2DE-6C4DA87585B4}" dt="2025-12-21T21:41:01.571" v="2650" actId="478"/>
          <ac:spMkLst>
            <pc:docMk/>
            <pc:sldMk cId="3449854182" sldId="267"/>
            <ac:spMk id="18" creationId="{5AD0A2DE-91BA-6AA8-7771-AAD521CF495A}"/>
          </ac:spMkLst>
        </pc:spChg>
        <pc:spChg chg="add mod">
          <ac:chgData name="AlMasadeh, Ramez | Student" userId="6170ca4f-fdd0-4c87-bf15-8c567239ce61" providerId="ADAL" clId="{31BD6049-3996-48BA-A2DE-6C4DA87585B4}" dt="2025-12-22T21:53:50.794" v="3876" actId="1037"/>
          <ac:spMkLst>
            <pc:docMk/>
            <pc:sldMk cId="3449854182" sldId="267"/>
            <ac:spMk id="23" creationId="{E9A69F4B-54B6-07BE-7930-D4DFB6C21DBD}"/>
          </ac:spMkLst>
        </pc:spChg>
        <pc:spChg chg="add mod">
          <ac:chgData name="AlMasadeh, Ramez | Student" userId="6170ca4f-fdd0-4c87-bf15-8c567239ce61" providerId="ADAL" clId="{31BD6049-3996-48BA-A2DE-6C4DA87585B4}" dt="2025-12-22T21:53:21.319" v="3870" actId="1076"/>
          <ac:spMkLst>
            <pc:docMk/>
            <pc:sldMk cId="3449854182" sldId="267"/>
            <ac:spMk id="24" creationId="{519A0265-5EA5-0F0C-22FE-A2BC286A09C7}"/>
          </ac:spMkLst>
        </pc:spChg>
        <pc:spChg chg="add mod">
          <ac:chgData name="AlMasadeh, Ramez | Student" userId="6170ca4f-fdd0-4c87-bf15-8c567239ce61" providerId="ADAL" clId="{31BD6049-3996-48BA-A2DE-6C4DA87585B4}" dt="2025-12-22T21:52:16.081" v="3860" actId="1038"/>
          <ac:spMkLst>
            <pc:docMk/>
            <pc:sldMk cId="3449854182" sldId="267"/>
            <ac:spMk id="25" creationId="{A6ECB8DD-5D5B-CB8F-A67A-F8557EAB535C}"/>
          </ac:spMkLst>
        </pc:spChg>
        <pc:graphicFrameChg chg="add mod modGraphic">
          <ac:chgData name="AlMasadeh, Ramez | Student" userId="6170ca4f-fdd0-4c87-bf15-8c567239ce61" providerId="ADAL" clId="{31BD6049-3996-48BA-A2DE-6C4DA87585B4}" dt="2025-12-22T17:56:23.350" v="3374" actId="113"/>
          <ac:graphicFrameMkLst>
            <pc:docMk/>
            <pc:sldMk cId="3449854182" sldId="267"/>
            <ac:graphicFrameMk id="54" creationId="{8D9DD117-8F08-A435-C582-253781BD34B6}"/>
          </ac:graphicFrameMkLst>
        </pc:graphicFrameChg>
        <pc:cxnChg chg="add mod">
          <ac:chgData name="AlMasadeh, Ramez | Student" userId="6170ca4f-fdd0-4c87-bf15-8c567239ce61" providerId="ADAL" clId="{31BD6049-3996-48BA-A2DE-6C4DA87585B4}" dt="2025-12-22T21:53:37.214" v="3873" actId="14100"/>
          <ac:cxnSpMkLst>
            <pc:docMk/>
            <pc:sldMk cId="3449854182" sldId="267"/>
            <ac:cxnSpMk id="19" creationId="{1B39E17D-B248-3ACE-BFE6-0BB0C2063688}"/>
          </ac:cxnSpMkLst>
        </pc:cxnChg>
        <pc:cxnChg chg="add mod">
          <ac:chgData name="AlMasadeh, Ramez | Student" userId="6170ca4f-fdd0-4c87-bf15-8c567239ce61" providerId="ADAL" clId="{31BD6049-3996-48BA-A2DE-6C4DA87585B4}" dt="2025-12-22T21:53:33.786" v="3872" actId="14100"/>
          <ac:cxnSpMkLst>
            <pc:docMk/>
            <pc:sldMk cId="3449854182" sldId="267"/>
            <ac:cxnSpMk id="28" creationId="{D5C86F3D-652C-A73F-EA3B-3BF73D864484}"/>
          </ac:cxnSpMkLst>
        </pc:cxnChg>
        <pc:cxnChg chg="add mod">
          <ac:chgData name="AlMasadeh, Ramez | Student" userId="6170ca4f-fdd0-4c87-bf15-8c567239ce61" providerId="ADAL" clId="{31BD6049-3996-48BA-A2DE-6C4DA87585B4}" dt="2025-12-22T21:53:55.343" v="3877" actId="14100"/>
          <ac:cxnSpMkLst>
            <pc:docMk/>
            <pc:sldMk cId="3449854182" sldId="267"/>
            <ac:cxnSpMk id="31" creationId="{23A9818F-64C6-34BF-42DD-A691009B714B}"/>
          </ac:cxnSpMkLst>
        </pc:cxnChg>
      </pc:sldChg>
      <pc:sldChg chg="addSp delSp modSp new mod">
        <pc:chgData name="AlMasadeh, Ramez | Student" userId="6170ca4f-fdd0-4c87-bf15-8c567239ce61" providerId="ADAL" clId="{31BD6049-3996-48BA-A2DE-6C4DA87585B4}" dt="2025-12-22T21:47:38.609" v="3858" actId="12"/>
        <pc:sldMkLst>
          <pc:docMk/>
          <pc:sldMk cId="431662447" sldId="268"/>
        </pc:sldMkLst>
        <pc:spChg chg="add mod">
          <ac:chgData name="AlMasadeh, Ramez | Student" userId="6170ca4f-fdd0-4c87-bf15-8c567239ce61" providerId="ADAL" clId="{31BD6049-3996-48BA-A2DE-6C4DA87585B4}" dt="2025-12-22T18:56:50.449" v="3468" actId="207"/>
          <ac:spMkLst>
            <pc:docMk/>
            <pc:sldMk cId="431662447" sldId="268"/>
            <ac:spMk id="2" creationId="{DFEE2F28-D3C1-C939-D842-08DAEA19293B}"/>
          </ac:spMkLst>
        </pc:spChg>
        <pc:spChg chg="add del mod ord">
          <ac:chgData name="AlMasadeh, Ramez | Student" userId="6170ca4f-fdd0-4c87-bf15-8c567239ce61" providerId="ADAL" clId="{31BD6049-3996-48BA-A2DE-6C4DA87585B4}" dt="2025-12-22T18:54:47.708" v="3441" actId="11529"/>
          <ac:spMkLst>
            <pc:docMk/>
            <pc:sldMk cId="431662447" sldId="268"/>
            <ac:spMk id="3" creationId="{DF35C164-4B0B-C352-AE56-1B426504CF4B}"/>
          </ac:spMkLst>
        </pc:spChg>
        <pc:spChg chg="add del mod">
          <ac:chgData name="AlMasadeh, Ramez | Student" userId="6170ca4f-fdd0-4c87-bf15-8c567239ce61" providerId="ADAL" clId="{31BD6049-3996-48BA-A2DE-6C4DA87585B4}" dt="2025-12-22T18:51:50.467" v="3394" actId="478"/>
          <ac:spMkLst>
            <pc:docMk/>
            <pc:sldMk cId="431662447" sldId="268"/>
            <ac:spMk id="4" creationId="{D81BA796-76AE-8767-D78C-72263AD5E1E9}"/>
          </ac:spMkLst>
        </pc:spChg>
        <pc:spChg chg="add del mod">
          <ac:chgData name="AlMasadeh, Ramez | Student" userId="6170ca4f-fdd0-4c87-bf15-8c567239ce61" providerId="ADAL" clId="{31BD6049-3996-48BA-A2DE-6C4DA87585B4}" dt="2025-12-22T21:47:38.609" v="3858" actId="12"/>
          <ac:spMkLst>
            <pc:docMk/>
            <pc:sldMk cId="431662447" sldId="268"/>
            <ac:spMk id="5" creationId="{555A87B8-3025-A56F-22F3-A193B7963A35}"/>
          </ac:spMkLst>
        </pc:spChg>
        <pc:spChg chg="add mod">
          <ac:chgData name="AlMasadeh, Ramez | Student" userId="6170ca4f-fdd0-4c87-bf15-8c567239ce61" providerId="ADAL" clId="{31BD6049-3996-48BA-A2DE-6C4DA87585B4}" dt="2025-12-22T18:56:37.095" v="3462" actId="21"/>
          <ac:spMkLst>
            <pc:docMk/>
            <pc:sldMk cId="431662447" sldId="268"/>
            <ac:spMk id="6" creationId="{138210A0-ED92-129B-0E20-9B68401192BA}"/>
          </ac:spMkLst>
        </pc:spChg>
        <pc:spChg chg="add del mod">
          <ac:chgData name="AlMasadeh, Ramez | Student" userId="6170ca4f-fdd0-4c87-bf15-8c567239ce61" providerId="ADAL" clId="{31BD6049-3996-48BA-A2DE-6C4DA87585B4}" dt="2025-12-22T18:56:34.700" v="3460" actId="478"/>
          <ac:spMkLst>
            <pc:docMk/>
            <pc:sldMk cId="431662447" sldId="268"/>
            <ac:spMk id="7" creationId="{DA60E134-9DBF-DD7F-AC99-75A8257B8F57}"/>
          </ac:spMkLst>
        </pc:spChg>
        <pc:spChg chg="add del mod">
          <ac:chgData name="AlMasadeh, Ramez | Student" userId="6170ca4f-fdd0-4c87-bf15-8c567239ce61" providerId="ADAL" clId="{31BD6049-3996-48BA-A2DE-6C4DA87585B4}" dt="2025-12-22T18:55:43.433" v="3448" actId="478"/>
          <ac:spMkLst>
            <pc:docMk/>
            <pc:sldMk cId="431662447" sldId="268"/>
            <ac:spMk id="8" creationId="{15FFE74A-464D-2369-79A5-C74E2ED93365}"/>
          </ac:spMkLst>
        </pc:spChg>
        <pc:spChg chg="add del mod">
          <ac:chgData name="AlMasadeh, Ramez | Student" userId="6170ca4f-fdd0-4c87-bf15-8c567239ce61" providerId="ADAL" clId="{31BD6049-3996-48BA-A2DE-6C4DA87585B4}" dt="2025-12-22T18:55:43.433" v="3448" actId="478"/>
          <ac:spMkLst>
            <pc:docMk/>
            <pc:sldMk cId="431662447" sldId="268"/>
            <ac:spMk id="9" creationId="{CC689279-0F59-EEF5-0120-72EDD4F21FD3}"/>
          </ac:spMkLst>
        </pc:spChg>
        <pc:spChg chg="add del mod">
          <ac:chgData name="AlMasadeh, Ramez | Student" userId="6170ca4f-fdd0-4c87-bf15-8c567239ce61" providerId="ADAL" clId="{31BD6049-3996-48BA-A2DE-6C4DA87585B4}" dt="2025-12-22T18:25:05.241" v="3388" actId="478"/>
          <ac:spMkLst>
            <pc:docMk/>
            <pc:sldMk cId="431662447" sldId="268"/>
            <ac:spMk id="10" creationId="{9257F4DA-BC4B-E107-54B4-38CCAA8DDB47}"/>
          </ac:spMkLst>
        </pc:spChg>
        <pc:spChg chg="add del mod">
          <ac:chgData name="AlMasadeh, Ramez | Student" userId="6170ca4f-fdd0-4c87-bf15-8c567239ce61" providerId="ADAL" clId="{31BD6049-3996-48BA-A2DE-6C4DA87585B4}" dt="2025-12-22T18:25:05.241" v="3388" actId="478"/>
          <ac:spMkLst>
            <pc:docMk/>
            <pc:sldMk cId="431662447" sldId="268"/>
            <ac:spMk id="11" creationId="{0EA5BF1C-E3F4-EA57-CEBD-830E8B6B53BD}"/>
          </ac:spMkLst>
        </pc:spChg>
        <pc:spChg chg="add">
          <ac:chgData name="AlMasadeh, Ramez | Student" userId="6170ca4f-fdd0-4c87-bf15-8c567239ce61" providerId="ADAL" clId="{31BD6049-3996-48BA-A2DE-6C4DA87585B4}" dt="2025-12-22T18:57:12.559" v="3473"/>
          <ac:spMkLst>
            <pc:docMk/>
            <pc:sldMk cId="431662447" sldId="268"/>
            <ac:spMk id="15" creationId="{663F5FE7-7720-5FF2-35E5-EFD9C10884FE}"/>
          </ac:spMkLst>
        </pc:spChg>
        <pc:spChg chg="add">
          <ac:chgData name="AlMasadeh, Ramez | Student" userId="6170ca4f-fdd0-4c87-bf15-8c567239ce61" providerId="ADAL" clId="{31BD6049-3996-48BA-A2DE-6C4DA87585B4}" dt="2025-12-22T19:07:01.285" v="3506"/>
          <ac:spMkLst>
            <pc:docMk/>
            <pc:sldMk cId="431662447" sldId="268"/>
            <ac:spMk id="22" creationId="{85545412-78F2-6744-6CB7-EA1B1D03AB90}"/>
          </ac:spMkLst>
        </pc:spChg>
        <pc:spChg chg="add">
          <ac:chgData name="AlMasadeh, Ramez | Student" userId="6170ca4f-fdd0-4c87-bf15-8c567239ce61" providerId="ADAL" clId="{31BD6049-3996-48BA-A2DE-6C4DA87585B4}" dt="2025-12-22T19:07:14.074" v="3508"/>
          <ac:spMkLst>
            <pc:docMk/>
            <pc:sldMk cId="431662447" sldId="268"/>
            <ac:spMk id="23" creationId="{04492412-5CC4-458A-6560-14DA8D6FA20C}"/>
          </ac:spMkLst>
        </pc:spChg>
        <pc:spChg chg="add">
          <ac:chgData name="AlMasadeh, Ramez | Student" userId="6170ca4f-fdd0-4c87-bf15-8c567239ce61" providerId="ADAL" clId="{31BD6049-3996-48BA-A2DE-6C4DA87585B4}" dt="2025-12-22T19:07:20.821" v="3509"/>
          <ac:spMkLst>
            <pc:docMk/>
            <pc:sldMk cId="431662447" sldId="268"/>
            <ac:spMk id="24" creationId="{8778C4DC-467D-36CE-B6C2-65083F6B9E02}"/>
          </ac:spMkLst>
        </pc:spChg>
        <pc:spChg chg="add mod">
          <ac:chgData name="AlMasadeh, Ramez | Student" userId="6170ca4f-fdd0-4c87-bf15-8c567239ce61" providerId="ADAL" clId="{31BD6049-3996-48BA-A2DE-6C4DA87585B4}" dt="2025-12-22T21:12:40.213" v="3662"/>
          <ac:spMkLst>
            <pc:docMk/>
            <pc:sldMk cId="431662447" sldId="268"/>
            <ac:spMk id="25" creationId="{ED4CC6E3-387D-CE64-02F7-971FC170820B}"/>
          </ac:spMkLst>
        </pc:spChg>
        <pc:spChg chg="add del mod">
          <ac:chgData name="AlMasadeh, Ramez | Student" userId="6170ca4f-fdd0-4c87-bf15-8c567239ce61" providerId="ADAL" clId="{31BD6049-3996-48BA-A2DE-6C4DA87585B4}" dt="2025-12-22T19:16:21.476" v="3540" actId="478"/>
          <ac:spMkLst>
            <pc:docMk/>
            <pc:sldMk cId="431662447" sldId="268"/>
            <ac:spMk id="26" creationId="{7D339933-94B0-3E2C-1AAC-C290DB2EE4A0}"/>
          </ac:spMkLst>
        </pc:spChg>
        <pc:spChg chg="add mod">
          <ac:chgData name="AlMasadeh, Ramez | Student" userId="6170ca4f-fdd0-4c87-bf15-8c567239ce61" providerId="ADAL" clId="{31BD6049-3996-48BA-A2DE-6C4DA87585B4}" dt="2025-12-22T21:27:32.608" v="3854" actId="20577"/>
          <ac:spMkLst>
            <pc:docMk/>
            <pc:sldMk cId="431662447" sldId="268"/>
            <ac:spMk id="27" creationId="{AEB05A1F-31EF-D2B4-458C-0EF309C8EAA7}"/>
          </ac:spMkLst>
        </pc:spChg>
        <pc:grpChg chg="add del mod">
          <ac:chgData name="AlMasadeh, Ramez | Student" userId="6170ca4f-fdd0-4c87-bf15-8c567239ce61" providerId="ADAL" clId="{31BD6049-3996-48BA-A2DE-6C4DA87585B4}" dt="2025-12-22T18:54:46.999" v="3438" actId="164"/>
          <ac:grpSpMkLst>
            <pc:docMk/>
            <pc:sldMk cId="431662447" sldId="268"/>
            <ac:grpSpMk id="12" creationId="{2398B509-1D1F-D1CB-929A-9B26AAE4D81D}"/>
          </ac:grpSpMkLst>
        </pc:grpChg>
        <pc:picChg chg="add mod">
          <ac:chgData name="AlMasadeh, Ramez | Student" userId="6170ca4f-fdd0-4c87-bf15-8c567239ce61" providerId="ADAL" clId="{31BD6049-3996-48BA-A2DE-6C4DA87585B4}" dt="2025-12-22T19:16:34.836" v="3544" actId="1076"/>
          <ac:picMkLst>
            <pc:docMk/>
            <pc:sldMk cId="431662447" sldId="268"/>
            <ac:picMk id="14" creationId="{9CEE4DF6-39F6-581C-0336-1DD6B411243F}"/>
          </ac:picMkLst>
        </pc:picChg>
        <pc:picChg chg="add del mod">
          <ac:chgData name="AlMasadeh, Ramez | Student" userId="6170ca4f-fdd0-4c87-bf15-8c567239ce61" providerId="ADAL" clId="{31BD6049-3996-48BA-A2DE-6C4DA87585B4}" dt="2025-12-22T19:02:57.174" v="3486" actId="478"/>
          <ac:picMkLst>
            <pc:docMk/>
            <pc:sldMk cId="431662447" sldId="268"/>
            <ac:picMk id="17" creationId="{1418424D-54B3-E583-D935-BA8A8FB072EA}"/>
          </ac:picMkLst>
        </pc:picChg>
        <pc:picChg chg="add mod">
          <ac:chgData name="AlMasadeh, Ramez | Student" userId="6170ca4f-fdd0-4c87-bf15-8c567239ce61" providerId="ADAL" clId="{31BD6049-3996-48BA-A2DE-6C4DA87585B4}" dt="2025-12-22T19:16:32.291" v="3543" actId="1076"/>
          <ac:picMkLst>
            <pc:docMk/>
            <pc:sldMk cId="431662447" sldId="268"/>
            <ac:picMk id="19" creationId="{0C4AF7A7-3CAA-051D-1511-D71C0F1839FC}"/>
          </ac:picMkLst>
        </pc:picChg>
        <pc:picChg chg="add mod">
          <ac:chgData name="AlMasadeh, Ramez | Student" userId="6170ca4f-fdd0-4c87-bf15-8c567239ce61" providerId="ADAL" clId="{31BD6049-3996-48BA-A2DE-6C4DA87585B4}" dt="2025-12-22T19:14:12.196" v="3532" actId="1076"/>
          <ac:picMkLst>
            <pc:docMk/>
            <pc:sldMk cId="431662447" sldId="268"/>
            <ac:picMk id="21" creationId="{03BDCD5F-3A09-3F75-933C-407F9CA98D9E}"/>
          </ac:picMkLst>
        </pc:picChg>
        <pc:picChg chg="add mod">
          <ac:chgData name="AlMasadeh, Ramez | Student" userId="6170ca4f-fdd0-4c87-bf15-8c567239ce61" providerId="ADAL" clId="{31BD6049-3996-48BA-A2DE-6C4DA87585B4}" dt="2025-12-22T18:54:49.305" v="3446" actId="14100"/>
          <ac:picMkLst>
            <pc:docMk/>
            <pc:sldMk cId="431662447" sldId="268"/>
            <ac:picMk id="2050" creationId="{5119D932-1D4C-5B40-42FD-631AE210F411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5-12-22T21:19:28.651" v="3821" actId="20577"/>
        <pc:sldMkLst>
          <pc:docMk/>
          <pc:sldMk cId="1588404820" sldId="269"/>
        </pc:sldMkLst>
        <pc:spChg chg="mod">
          <ac:chgData name="AlMasadeh, Ramez | Student" userId="6170ca4f-fdd0-4c87-bf15-8c567239ce61" providerId="ADAL" clId="{31BD6049-3996-48BA-A2DE-6C4DA87585B4}" dt="2025-12-19T20:04:19.237" v="1439"/>
          <ac:spMkLst>
            <pc:docMk/>
            <pc:sldMk cId="1588404820" sldId="269"/>
            <ac:spMk id="2" creationId="{84069F9E-DE28-FCC4-2AB0-0CF8038B68C7}"/>
          </ac:spMkLst>
        </pc:spChg>
        <pc:spChg chg="add mod">
          <ac:chgData name="AlMasadeh, Ramez | Student" userId="6170ca4f-fdd0-4c87-bf15-8c567239ce61" providerId="ADAL" clId="{31BD6049-3996-48BA-A2DE-6C4DA87585B4}" dt="2025-12-19T19:39:12.424" v="1246"/>
          <ac:spMkLst>
            <pc:docMk/>
            <pc:sldMk cId="1588404820" sldId="269"/>
            <ac:spMk id="13" creationId="{39E45F09-96E0-77E2-CA07-6F03E606A619}"/>
          </ac:spMkLst>
        </pc:spChg>
        <pc:spChg chg="add mod">
          <ac:chgData name="AlMasadeh, Ramez | Student" userId="6170ca4f-fdd0-4c87-bf15-8c567239ce61" providerId="ADAL" clId="{31BD6049-3996-48BA-A2DE-6C4DA87585B4}" dt="2025-12-19T20:05:09.195" v="1449" actId="20577"/>
          <ac:spMkLst>
            <pc:docMk/>
            <pc:sldMk cId="1588404820" sldId="269"/>
            <ac:spMk id="14" creationId="{60138EDD-1924-6E53-F9ED-4F469ACEE41C}"/>
          </ac:spMkLst>
        </pc:spChg>
        <pc:spChg chg="add mod">
          <ac:chgData name="AlMasadeh, Ramez | Student" userId="6170ca4f-fdd0-4c87-bf15-8c567239ce61" providerId="ADAL" clId="{31BD6049-3996-48BA-A2DE-6C4DA87585B4}" dt="2025-12-19T20:15:02.654" v="1506" actId="164"/>
          <ac:spMkLst>
            <pc:docMk/>
            <pc:sldMk cId="1588404820" sldId="269"/>
            <ac:spMk id="15" creationId="{1148C4F6-3C8A-F9E1-2C48-080C30B53ADA}"/>
          </ac:spMkLst>
        </pc:spChg>
        <pc:spChg chg="add mod">
          <ac:chgData name="AlMasadeh, Ramez | Student" userId="6170ca4f-fdd0-4c87-bf15-8c567239ce61" providerId="ADAL" clId="{31BD6049-3996-48BA-A2DE-6C4DA87585B4}" dt="2025-12-21T23:34:44.455" v="3030" actId="1076"/>
          <ac:spMkLst>
            <pc:docMk/>
            <pc:sldMk cId="1588404820" sldId="269"/>
            <ac:spMk id="16" creationId="{AEFCE73D-3598-C3F5-C1FD-37472E0E09D8}"/>
          </ac:spMkLst>
        </pc:spChg>
        <pc:spChg chg="add mod">
          <ac:chgData name="AlMasadeh, Ramez | Student" userId="6170ca4f-fdd0-4c87-bf15-8c567239ce61" providerId="ADAL" clId="{31BD6049-3996-48BA-A2DE-6C4DA87585B4}" dt="2025-12-19T19:53:39.540" v="1277" actId="20577"/>
          <ac:spMkLst>
            <pc:docMk/>
            <pc:sldMk cId="1588404820" sldId="269"/>
            <ac:spMk id="18" creationId="{9F3EE751-E495-D70E-9A4E-7FD8208D1456}"/>
          </ac:spMkLst>
        </pc:spChg>
        <pc:spChg chg="add mod">
          <ac:chgData name="AlMasadeh, Ramez | Student" userId="6170ca4f-fdd0-4c87-bf15-8c567239ce61" providerId="ADAL" clId="{31BD6049-3996-48BA-A2DE-6C4DA87585B4}" dt="2025-12-19T20:16:20.788" v="1526" actId="14100"/>
          <ac:spMkLst>
            <pc:docMk/>
            <pc:sldMk cId="1588404820" sldId="269"/>
            <ac:spMk id="19" creationId="{3E80282E-78FF-F338-5BCD-A992A1E1452A}"/>
          </ac:spMkLst>
        </pc:spChg>
        <pc:spChg chg="add mod">
          <ac:chgData name="AlMasadeh, Ramez | Student" userId="6170ca4f-fdd0-4c87-bf15-8c567239ce61" providerId="ADAL" clId="{31BD6049-3996-48BA-A2DE-6C4DA87585B4}" dt="2025-12-19T20:57:45.979" v="1675" actId="1076"/>
          <ac:spMkLst>
            <pc:docMk/>
            <pc:sldMk cId="1588404820" sldId="269"/>
            <ac:spMk id="31" creationId="{E3297045-F34A-6D1C-D25F-E0365FF6F8D8}"/>
          </ac:spMkLst>
        </pc:spChg>
        <pc:spChg chg="add mod">
          <ac:chgData name="AlMasadeh, Ramez | Student" userId="6170ca4f-fdd0-4c87-bf15-8c567239ce61" providerId="ADAL" clId="{31BD6049-3996-48BA-A2DE-6C4DA87585B4}" dt="2025-12-19T20:57:49.523" v="1676" actId="1076"/>
          <ac:spMkLst>
            <pc:docMk/>
            <pc:sldMk cId="1588404820" sldId="269"/>
            <ac:spMk id="42" creationId="{1FAC8618-D0ED-657F-B9FE-0541E7F1C811}"/>
          </ac:spMkLst>
        </pc:spChg>
        <pc:spChg chg="add mod">
          <ac:chgData name="AlMasadeh, Ramez | Student" userId="6170ca4f-fdd0-4c87-bf15-8c567239ce61" providerId="ADAL" clId="{31BD6049-3996-48BA-A2DE-6C4DA87585B4}" dt="2025-12-22T21:19:28.651" v="3821" actId="20577"/>
          <ac:spMkLst>
            <pc:docMk/>
            <pc:sldMk cId="1588404820" sldId="269"/>
            <ac:spMk id="52" creationId="{525857BC-5525-0417-0965-6E31C9EEC2DA}"/>
          </ac:spMkLst>
        </pc:spChg>
        <pc:spChg chg="add mod">
          <ac:chgData name="AlMasadeh, Ramez | Student" userId="6170ca4f-fdd0-4c87-bf15-8c567239ce61" providerId="ADAL" clId="{31BD6049-3996-48BA-A2DE-6C4DA87585B4}" dt="2025-12-21T23:36:13.518" v="3035" actId="1076"/>
          <ac:spMkLst>
            <pc:docMk/>
            <pc:sldMk cId="1588404820" sldId="269"/>
            <ac:spMk id="56" creationId="{19E98E95-3771-2E58-E832-57D4E037E068}"/>
          </ac:spMkLst>
        </pc:spChg>
        <pc:grpChg chg="add mod">
          <ac:chgData name="AlMasadeh, Ramez | Student" userId="6170ca4f-fdd0-4c87-bf15-8c567239ce61" providerId="ADAL" clId="{31BD6049-3996-48BA-A2DE-6C4DA87585B4}" dt="2025-12-19T20:53:46.657" v="1638" actId="14100"/>
          <ac:grpSpMkLst>
            <pc:docMk/>
            <pc:sldMk cId="1588404820" sldId="269"/>
            <ac:grpSpMk id="30" creationId="{780444D2-6764-4112-F39D-48BDE4A0018A}"/>
          </ac:grpSpMkLst>
        </pc:grpChg>
        <pc:picChg chg="add mod">
          <ac:chgData name="AlMasadeh, Ramez | Student" userId="6170ca4f-fdd0-4c87-bf15-8c567239ce61" providerId="ADAL" clId="{31BD6049-3996-48BA-A2DE-6C4DA87585B4}" dt="2025-12-21T23:36:10.112" v="3034" actId="1076"/>
          <ac:picMkLst>
            <pc:docMk/>
            <pc:sldMk cId="1588404820" sldId="269"/>
            <ac:picMk id="55" creationId="{17383D0E-8865-F68E-0BFC-2C07612BADDC}"/>
          </ac:picMkLst>
        </pc:picChg>
        <pc:cxnChg chg="add del mod">
          <ac:chgData name="AlMasadeh, Ramez | Student" userId="6170ca4f-fdd0-4c87-bf15-8c567239ce61" providerId="ADAL" clId="{31BD6049-3996-48BA-A2DE-6C4DA87585B4}" dt="2025-12-21T21:24:26.694" v="2551" actId="478"/>
          <ac:cxnSpMkLst>
            <pc:docMk/>
            <pc:sldMk cId="1588404820" sldId="269"/>
            <ac:cxnSpMk id="35" creationId="{6A730660-F667-6151-5846-7B01DE40E452}"/>
          </ac:cxnSpMkLst>
        </pc:cxnChg>
        <pc:cxnChg chg="add mod">
          <ac:chgData name="AlMasadeh, Ramez | Student" userId="6170ca4f-fdd0-4c87-bf15-8c567239ce61" providerId="ADAL" clId="{31BD6049-3996-48BA-A2DE-6C4DA87585B4}" dt="2025-12-19T20:57:49.523" v="1676" actId="1076"/>
          <ac:cxnSpMkLst>
            <pc:docMk/>
            <pc:sldMk cId="1588404820" sldId="269"/>
            <ac:cxnSpMk id="43" creationId="{6BD06235-B801-922C-074D-9CA8433784C8}"/>
          </ac:cxnSpMkLst>
        </pc:cxnChg>
        <pc:cxnChg chg="add mod">
          <ac:chgData name="AlMasadeh, Ramez | Student" userId="6170ca4f-fdd0-4c87-bf15-8c567239ce61" providerId="ADAL" clId="{31BD6049-3996-48BA-A2DE-6C4DA87585B4}" dt="2025-12-19T20:57:54.444" v="1677" actId="14100"/>
          <ac:cxnSpMkLst>
            <pc:docMk/>
            <pc:sldMk cId="1588404820" sldId="269"/>
            <ac:cxnSpMk id="46" creationId="{086600C8-E707-DEE5-B680-D0AFA78B7C7D}"/>
          </ac:cxnSpMkLst>
        </pc:cxnChg>
      </pc:sldChg>
      <pc:sldChg chg="addSp delSp modSp new mod">
        <pc:chgData name="AlMasadeh, Ramez | Student" userId="6170ca4f-fdd0-4c87-bf15-8c567239ce61" providerId="ADAL" clId="{31BD6049-3996-48BA-A2DE-6C4DA87585B4}" dt="2025-12-20T14:02:47.316" v="1967" actId="20577"/>
        <pc:sldMkLst>
          <pc:docMk/>
          <pc:sldMk cId="2937370224" sldId="270"/>
        </pc:sldMkLst>
        <pc:spChg chg="add mod">
          <ac:chgData name="AlMasadeh, Ramez | Student" userId="6170ca4f-fdd0-4c87-bf15-8c567239ce61" providerId="ADAL" clId="{31BD6049-3996-48BA-A2DE-6C4DA87585B4}" dt="2025-12-20T14:02:47.316" v="1967" actId="20577"/>
          <ac:spMkLst>
            <pc:docMk/>
            <pc:sldMk cId="2937370224" sldId="270"/>
            <ac:spMk id="2" creationId="{CC099754-0F3B-1C15-6F8E-C4A2154C2339}"/>
          </ac:spMkLst>
        </pc:spChg>
        <pc:spChg chg="mod">
          <ac:chgData name="AlMasadeh, Ramez | Student" userId="6170ca4f-fdd0-4c87-bf15-8c567239ce61" providerId="ADAL" clId="{31BD6049-3996-48BA-A2DE-6C4DA87585B4}" dt="2025-12-19T19:35:14.582" v="1239" actId="1076"/>
          <ac:spMkLst>
            <pc:docMk/>
            <pc:sldMk cId="2937370224" sldId="270"/>
            <ac:spMk id="3" creationId="{C7F42E5D-C958-065F-ED4D-255AD682E17F}"/>
          </ac:spMkLst>
        </pc:spChg>
        <pc:spChg chg="add mod">
          <ac:chgData name="AlMasadeh, Ramez | Student" userId="6170ca4f-fdd0-4c87-bf15-8c567239ce61" providerId="ADAL" clId="{31BD6049-3996-48BA-A2DE-6C4DA87585B4}" dt="2025-12-19T09:08:45.453" v="1232" actId="14861"/>
          <ac:spMkLst>
            <pc:docMk/>
            <pc:sldMk cId="2937370224" sldId="270"/>
            <ac:spMk id="4" creationId="{BFCC736B-24DD-44E2-CFB3-E2B9E8CE0252}"/>
          </ac:spMkLst>
        </pc:spChg>
        <pc:spChg chg="mod">
          <ac:chgData name="AlMasadeh, Ramez | Student" userId="6170ca4f-fdd0-4c87-bf15-8c567239ce61" providerId="ADAL" clId="{31BD6049-3996-48BA-A2DE-6C4DA87585B4}" dt="2025-12-19T19:34:59.360" v="1233" actId="164"/>
          <ac:spMkLst>
            <pc:docMk/>
            <pc:sldMk cId="2937370224" sldId="270"/>
            <ac:spMk id="6" creationId="{81AA30F8-EDAB-B187-B2B5-E2058079BB98}"/>
          </ac:spMkLst>
        </pc:spChg>
        <pc:spChg chg="add mod">
          <ac:chgData name="AlMasadeh, Ramez | Student" userId="6170ca4f-fdd0-4c87-bf15-8c567239ce61" providerId="ADAL" clId="{31BD6049-3996-48BA-A2DE-6C4DA87585B4}" dt="2025-12-19T19:34:59.360" v="1233" actId="164"/>
          <ac:spMkLst>
            <pc:docMk/>
            <pc:sldMk cId="2937370224" sldId="270"/>
            <ac:spMk id="7" creationId="{2B455FEF-7641-0469-CFEF-782BA9B7CEA8}"/>
          </ac:spMkLst>
        </pc:spChg>
        <pc:spChg chg="mod">
          <ac:chgData name="AlMasadeh, Ramez | Student" userId="6170ca4f-fdd0-4c87-bf15-8c567239ce61" providerId="ADAL" clId="{31BD6049-3996-48BA-A2DE-6C4DA87585B4}" dt="2025-12-19T19:34:59.360" v="1233" actId="164"/>
          <ac:spMkLst>
            <pc:docMk/>
            <pc:sldMk cId="2937370224" sldId="270"/>
            <ac:spMk id="8" creationId="{0DEE2057-23B8-1BD7-2EF6-51A6FB984629}"/>
          </ac:spMkLst>
        </pc:spChg>
        <pc:spChg chg="mod">
          <ac:chgData name="AlMasadeh, Ramez | Student" userId="6170ca4f-fdd0-4c87-bf15-8c567239ce61" providerId="ADAL" clId="{31BD6049-3996-48BA-A2DE-6C4DA87585B4}" dt="2025-12-19T19:34:59.360" v="1233" actId="164"/>
          <ac:spMkLst>
            <pc:docMk/>
            <pc:sldMk cId="2937370224" sldId="270"/>
            <ac:spMk id="9" creationId="{2FD874B5-44B8-340F-6BA8-819A6A5B0FFF}"/>
          </ac:spMkLst>
        </pc:spChg>
        <pc:spChg chg="mod">
          <ac:chgData name="AlMasadeh, Ramez | Student" userId="6170ca4f-fdd0-4c87-bf15-8c567239ce61" providerId="ADAL" clId="{31BD6049-3996-48BA-A2DE-6C4DA87585B4}" dt="2025-12-19T19:34:59.360" v="1233" actId="164"/>
          <ac:spMkLst>
            <pc:docMk/>
            <pc:sldMk cId="2937370224" sldId="270"/>
            <ac:spMk id="10" creationId="{11D7EAA4-0147-88ED-5AE5-BC0FC5A3EF43}"/>
          </ac:spMkLst>
        </pc:spChg>
        <pc:spChg chg="add mod">
          <ac:chgData name="AlMasadeh, Ramez | Student" userId="6170ca4f-fdd0-4c87-bf15-8c567239ce61" providerId="ADAL" clId="{31BD6049-3996-48BA-A2DE-6C4DA87585B4}" dt="2025-12-19T19:35:06.658" v="1236" actId="164"/>
          <ac:spMkLst>
            <pc:docMk/>
            <pc:sldMk cId="2937370224" sldId="270"/>
            <ac:spMk id="12" creationId="{51867B82-6769-F7AE-1366-52E66FF0C737}"/>
          </ac:spMkLst>
        </pc:spChg>
        <pc:spChg chg="mod">
          <ac:chgData name="AlMasadeh, Ramez | Student" userId="6170ca4f-fdd0-4c87-bf15-8c567239ce61" providerId="ADAL" clId="{31BD6049-3996-48BA-A2DE-6C4DA87585B4}" dt="2025-12-19T19:35:06.658" v="1236" actId="164"/>
          <ac:spMkLst>
            <pc:docMk/>
            <pc:sldMk cId="2937370224" sldId="270"/>
            <ac:spMk id="13" creationId="{44894F4D-62AC-EE3A-FA88-4ED51CA461D2}"/>
          </ac:spMkLst>
        </pc:spChg>
        <pc:spChg chg="add mod">
          <ac:chgData name="AlMasadeh, Ramez | Student" userId="6170ca4f-fdd0-4c87-bf15-8c567239ce61" providerId="ADAL" clId="{31BD6049-3996-48BA-A2DE-6C4DA87585B4}" dt="2025-12-19T19:35:06.658" v="1236" actId="164"/>
          <ac:spMkLst>
            <pc:docMk/>
            <pc:sldMk cId="2937370224" sldId="270"/>
            <ac:spMk id="14" creationId="{C780FDA0-2E4B-DE31-EEF4-E4B3DCDC8B42}"/>
          </ac:spMkLst>
        </pc:spChg>
        <pc:spChg chg="mod">
          <ac:chgData name="AlMasadeh, Ramez | Student" userId="6170ca4f-fdd0-4c87-bf15-8c567239ce61" providerId="ADAL" clId="{31BD6049-3996-48BA-A2DE-6C4DA87585B4}" dt="2025-12-19T19:35:06.658" v="1236" actId="164"/>
          <ac:spMkLst>
            <pc:docMk/>
            <pc:sldMk cId="2937370224" sldId="270"/>
            <ac:spMk id="15" creationId="{DEAEAB21-B306-F157-9399-8CD923457170}"/>
          </ac:spMkLst>
        </pc:spChg>
        <pc:spChg chg="add mod">
          <ac:chgData name="AlMasadeh, Ramez | Student" userId="6170ca4f-fdd0-4c87-bf15-8c567239ce61" providerId="ADAL" clId="{31BD6049-3996-48BA-A2DE-6C4DA87585B4}" dt="2025-12-19T19:35:06.658" v="1236" actId="164"/>
          <ac:spMkLst>
            <pc:docMk/>
            <pc:sldMk cId="2937370224" sldId="270"/>
            <ac:spMk id="16" creationId="{3EB8934F-6596-F295-7FE4-F9F10D0EC46C}"/>
          </ac:spMkLst>
        </pc:spChg>
        <pc:spChg chg="mod">
          <ac:chgData name="AlMasadeh, Ramez | Student" userId="6170ca4f-fdd0-4c87-bf15-8c567239ce61" providerId="ADAL" clId="{31BD6049-3996-48BA-A2DE-6C4DA87585B4}" dt="2025-12-19T19:35:04.421" v="1235" actId="164"/>
          <ac:spMkLst>
            <pc:docMk/>
            <pc:sldMk cId="2937370224" sldId="270"/>
            <ac:spMk id="18" creationId="{B22383DF-2823-6753-4FFC-7EB47789319F}"/>
          </ac:spMkLst>
        </pc:spChg>
        <pc:spChg chg="mod">
          <ac:chgData name="AlMasadeh, Ramez | Student" userId="6170ca4f-fdd0-4c87-bf15-8c567239ce61" providerId="ADAL" clId="{31BD6049-3996-48BA-A2DE-6C4DA87585B4}" dt="2025-12-19T19:35:04.421" v="1235" actId="164"/>
          <ac:spMkLst>
            <pc:docMk/>
            <pc:sldMk cId="2937370224" sldId="270"/>
            <ac:spMk id="19" creationId="{5D2BC133-337B-3782-F06D-A7FC81B6DE9B}"/>
          </ac:spMkLst>
        </pc:spChg>
        <pc:spChg chg="mod">
          <ac:chgData name="AlMasadeh, Ramez | Student" userId="6170ca4f-fdd0-4c87-bf15-8c567239ce61" providerId="ADAL" clId="{31BD6049-3996-48BA-A2DE-6C4DA87585B4}" dt="2025-12-19T19:35:04.421" v="1235" actId="164"/>
          <ac:spMkLst>
            <pc:docMk/>
            <pc:sldMk cId="2937370224" sldId="270"/>
            <ac:spMk id="20" creationId="{FC92F552-12A5-80B1-62D1-B878613FC53C}"/>
          </ac:spMkLst>
        </pc:spChg>
        <pc:spChg chg="mod">
          <ac:chgData name="AlMasadeh, Ramez | Student" userId="6170ca4f-fdd0-4c87-bf15-8c567239ce61" providerId="ADAL" clId="{31BD6049-3996-48BA-A2DE-6C4DA87585B4}" dt="2025-12-19T19:35:04.421" v="1235" actId="164"/>
          <ac:spMkLst>
            <pc:docMk/>
            <pc:sldMk cId="2937370224" sldId="270"/>
            <ac:spMk id="21" creationId="{3F76AFF8-25F9-0BDF-76BF-DD208571B5EA}"/>
          </ac:spMkLst>
        </pc:spChg>
        <pc:spChg chg="mod">
          <ac:chgData name="AlMasadeh, Ramez | Student" userId="6170ca4f-fdd0-4c87-bf15-8c567239ce61" providerId="ADAL" clId="{31BD6049-3996-48BA-A2DE-6C4DA87585B4}" dt="2025-12-19T19:35:04.421" v="1235" actId="164"/>
          <ac:spMkLst>
            <pc:docMk/>
            <pc:sldMk cId="2937370224" sldId="270"/>
            <ac:spMk id="22" creationId="{E494E128-710D-C443-19F4-9CB23562937C}"/>
          </ac:spMkLst>
        </pc:spChg>
        <pc:spChg chg="mod">
          <ac:chgData name="AlMasadeh, Ramez | Student" userId="6170ca4f-fdd0-4c87-bf15-8c567239ce61" providerId="ADAL" clId="{31BD6049-3996-48BA-A2DE-6C4DA87585B4}" dt="2025-12-19T19:35:02.186" v="1234" actId="164"/>
          <ac:spMkLst>
            <pc:docMk/>
            <pc:sldMk cId="2937370224" sldId="270"/>
            <ac:spMk id="24" creationId="{591FC81B-3C79-BA32-55CC-4A81D629D570}"/>
          </ac:spMkLst>
        </pc:spChg>
        <pc:spChg chg="mod">
          <ac:chgData name="AlMasadeh, Ramez | Student" userId="6170ca4f-fdd0-4c87-bf15-8c567239ce61" providerId="ADAL" clId="{31BD6049-3996-48BA-A2DE-6C4DA87585B4}" dt="2025-12-19T19:35:02.186" v="1234" actId="164"/>
          <ac:spMkLst>
            <pc:docMk/>
            <pc:sldMk cId="2937370224" sldId="270"/>
            <ac:spMk id="25" creationId="{B674DDCF-E0E0-05A0-69CA-52C6D088AD27}"/>
          </ac:spMkLst>
        </pc:spChg>
        <pc:spChg chg="add mod">
          <ac:chgData name="AlMasadeh, Ramez | Student" userId="6170ca4f-fdd0-4c87-bf15-8c567239ce61" providerId="ADAL" clId="{31BD6049-3996-48BA-A2DE-6C4DA87585B4}" dt="2025-12-19T19:35:02.186" v="1234" actId="164"/>
          <ac:spMkLst>
            <pc:docMk/>
            <pc:sldMk cId="2937370224" sldId="270"/>
            <ac:spMk id="26" creationId="{80B781E9-F589-4BE2-A624-292EC5449A4A}"/>
          </ac:spMkLst>
        </pc:spChg>
        <pc:spChg chg="add mod">
          <ac:chgData name="AlMasadeh, Ramez | Student" userId="6170ca4f-fdd0-4c87-bf15-8c567239ce61" providerId="ADAL" clId="{31BD6049-3996-48BA-A2DE-6C4DA87585B4}" dt="2025-12-19T19:35:02.186" v="1234" actId="164"/>
          <ac:spMkLst>
            <pc:docMk/>
            <pc:sldMk cId="2937370224" sldId="270"/>
            <ac:spMk id="27" creationId="{5D425730-898F-EF50-6430-9B1305C47B9E}"/>
          </ac:spMkLst>
        </pc:spChg>
        <pc:spChg chg="mod">
          <ac:chgData name="AlMasadeh, Ramez | Student" userId="6170ca4f-fdd0-4c87-bf15-8c567239ce61" providerId="ADAL" clId="{31BD6049-3996-48BA-A2DE-6C4DA87585B4}" dt="2025-12-19T19:35:02.186" v="1234" actId="164"/>
          <ac:spMkLst>
            <pc:docMk/>
            <pc:sldMk cId="2937370224" sldId="270"/>
            <ac:spMk id="28" creationId="{9D318BCC-F765-6839-EEE9-615D3A91A035}"/>
          </ac:spMkLst>
        </pc:spChg>
        <pc:spChg chg="mod">
          <ac:chgData name="AlMasadeh, Ramez | Student" userId="6170ca4f-fdd0-4c87-bf15-8c567239ce61" providerId="ADAL" clId="{31BD6049-3996-48BA-A2DE-6C4DA87585B4}" dt="2025-12-18T20:53:58.255" v="347"/>
          <ac:spMkLst>
            <pc:docMk/>
            <pc:sldMk cId="2937370224" sldId="270"/>
            <ac:spMk id="31" creationId="{52EC1412-2123-979A-766D-65FE854BEACD}"/>
          </ac:spMkLst>
        </pc:spChg>
        <pc:spChg chg="mod">
          <ac:chgData name="AlMasadeh, Ramez | Student" userId="6170ca4f-fdd0-4c87-bf15-8c567239ce61" providerId="ADAL" clId="{31BD6049-3996-48BA-A2DE-6C4DA87585B4}" dt="2025-12-19T09:07:29.265" v="1215" actId="20577"/>
          <ac:spMkLst>
            <pc:docMk/>
            <pc:sldMk cId="2937370224" sldId="270"/>
            <ac:spMk id="34" creationId="{D319B4C0-CC81-CDA2-1333-1825E219A3CF}"/>
          </ac:spMkLst>
        </pc:spChg>
        <pc:spChg chg="mod">
          <ac:chgData name="AlMasadeh, Ramez | Student" userId="6170ca4f-fdd0-4c87-bf15-8c567239ce61" providerId="ADAL" clId="{31BD6049-3996-48BA-A2DE-6C4DA87585B4}" dt="2025-12-19T09:07:47.032" v="1225" actId="1076"/>
          <ac:spMkLst>
            <pc:docMk/>
            <pc:sldMk cId="2937370224" sldId="270"/>
            <ac:spMk id="40" creationId="{191B073C-12AF-B2C2-E2C5-E6D8D02237F5}"/>
          </ac:spMkLst>
        </pc:spChg>
        <pc:grpChg chg="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30" creationId="{36ABEBD1-7E51-6634-F844-AD191643B198}"/>
          </ac:grpSpMkLst>
        </pc:grpChg>
        <pc:grpChg chg="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36" creationId="{B684ADB7-EF26-FD88-4ECC-A9175E2AE67E}"/>
          </ac:grpSpMkLst>
        </pc:grpChg>
        <pc:grpChg chg="add 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54" creationId="{93E737E8-1F9B-9F97-252C-433F8A9CAEAB}"/>
          </ac:grpSpMkLst>
        </pc:grpChg>
        <pc:grpChg chg="add 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55" creationId="{9459EB35-A150-5D0C-FF9D-9BD54C4FB977}"/>
          </ac:grpSpMkLst>
        </pc:grpChg>
        <pc:grpChg chg="add 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56" creationId="{5D76CA96-9373-5DBC-9294-755CBC799ABD}"/>
          </ac:grpSpMkLst>
        </pc:grpChg>
        <pc:grpChg chg="add mod">
          <ac:chgData name="AlMasadeh, Ramez | Student" userId="6170ca4f-fdd0-4c87-bf15-8c567239ce61" providerId="ADAL" clId="{31BD6049-3996-48BA-A2DE-6C4DA87585B4}" dt="2025-12-19T19:36:02.244" v="1240" actId="339"/>
          <ac:grpSpMkLst>
            <pc:docMk/>
            <pc:sldMk cId="2937370224" sldId="270"/>
            <ac:grpSpMk id="57" creationId="{F34F176E-86F2-63ED-E77C-D53D9FAFA804}"/>
          </ac:grpSpMkLst>
        </pc:grpChg>
        <pc:picChg chg="mod">
          <ac:chgData name="AlMasadeh, Ramez | Student" userId="6170ca4f-fdd0-4c87-bf15-8c567239ce61" providerId="ADAL" clId="{31BD6049-3996-48BA-A2DE-6C4DA87585B4}" dt="2025-12-19T19:34:59.360" v="1233" actId="164"/>
          <ac:picMkLst>
            <pc:docMk/>
            <pc:sldMk cId="2937370224" sldId="270"/>
            <ac:picMk id="11" creationId="{94C34402-200E-DA91-5ACF-4FED595F97A8}"/>
          </ac:picMkLst>
        </pc:picChg>
        <pc:picChg chg="mod">
          <ac:chgData name="AlMasadeh, Ramez | Student" userId="6170ca4f-fdd0-4c87-bf15-8c567239ce61" providerId="ADAL" clId="{31BD6049-3996-48BA-A2DE-6C4DA87585B4}" dt="2025-12-19T19:35:06.658" v="1236" actId="164"/>
          <ac:picMkLst>
            <pc:docMk/>
            <pc:sldMk cId="2937370224" sldId="270"/>
            <ac:picMk id="17" creationId="{2D414598-1D8E-C558-EB7B-5BF71E2B8747}"/>
          </ac:picMkLst>
        </pc:picChg>
        <pc:picChg chg="mod">
          <ac:chgData name="AlMasadeh, Ramez | Student" userId="6170ca4f-fdd0-4c87-bf15-8c567239ce61" providerId="ADAL" clId="{31BD6049-3996-48BA-A2DE-6C4DA87585B4}" dt="2025-12-19T19:35:04.421" v="1235" actId="164"/>
          <ac:picMkLst>
            <pc:docMk/>
            <pc:sldMk cId="2937370224" sldId="270"/>
            <ac:picMk id="23" creationId="{A2065FCC-7CCB-779F-0767-CD4A19492647}"/>
          </ac:picMkLst>
        </pc:picChg>
        <pc:picChg chg="mod">
          <ac:chgData name="AlMasadeh, Ramez | Student" userId="6170ca4f-fdd0-4c87-bf15-8c567239ce61" providerId="ADAL" clId="{31BD6049-3996-48BA-A2DE-6C4DA87585B4}" dt="2025-12-19T19:35:02.186" v="1234" actId="164"/>
          <ac:picMkLst>
            <pc:docMk/>
            <pc:sldMk cId="2937370224" sldId="270"/>
            <ac:picMk id="29" creationId="{D94D6835-F69F-227E-83D4-1F765A7BDF27}"/>
          </ac:picMkLst>
        </pc:picChg>
        <pc:picChg chg="add mod">
          <ac:chgData name="AlMasadeh, Ramez | Student" userId="6170ca4f-fdd0-4c87-bf15-8c567239ce61" providerId="ADAL" clId="{31BD6049-3996-48BA-A2DE-6C4DA87585B4}" dt="2025-12-19T19:36:12.537" v="1242" actId="1076"/>
          <ac:picMkLst>
            <pc:docMk/>
            <pc:sldMk cId="2937370224" sldId="270"/>
            <ac:picMk id="58" creationId="{1454B129-6461-23D2-FC74-FA1D4F03D2CF}"/>
          </ac:picMkLst>
        </pc:picChg>
        <pc:picChg chg="add mod">
          <ac:chgData name="AlMasadeh, Ramez | Student" userId="6170ca4f-fdd0-4c87-bf15-8c567239ce61" providerId="ADAL" clId="{31BD6049-3996-48BA-A2DE-6C4DA87585B4}" dt="2025-12-19T19:36:17.756" v="1244" actId="1076"/>
          <ac:picMkLst>
            <pc:docMk/>
            <pc:sldMk cId="2937370224" sldId="270"/>
            <ac:picMk id="59" creationId="{83BE76D1-0D61-6791-9C80-4391E6CC3C37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5-12-22T10:13:08.005" v="3212" actId="1076"/>
        <pc:sldMkLst>
          <pc:docMk/>
          <pc:sldMk cId="1322585712" sldId="271"/>
        </pc:sldMkLst>
        <pc:spChg chg="mod">
          <ac:chgData name="AlMasadeh, Ramez | Student" userId="6170ca4f-fdd0-4c87-bf15-8c567239ce61" providerId="ADAL" clId="{31BD6049-3996-48BA-A2DE-6C4DA87585B4}" dt="2025-12-18T21:08:22.863" v="553" actId="114"/>
          <ac:spMkLst>
            <pc:docMk/>
            <pc:sldMk cId="1322585712" sldId="271"/>
            <ac:spMk id="2" creationId="{38D6D4C4-45A3-78FE-3B1D-15F30CCD60FC}"/>
          </ac:spMkLst>
        </pc:spChg>
        <pc:spChg chg="add mod">
          <ac:chgData name="AlMasadeh, Ramez | Student" userId="6170ca4f-fdd0-4c87-bf15-8c567239ce61" providerId="ADAL" clId="{31BD6049-3996-48BA-A2DE-6C4DA87585B4}" dt="2025-12-19T21:09:53.462" v="1722" actId="14100"/>
          <ac:spMkLst>
            <pc:docMk/>
            <pc:sldMk cId="1322585712" sldId="271"/>
            <ac:spMk id="12" creationId="{8ED39FE6-806C-ADBA-2506-5D15104AB4C3}"/>
          </ac:spMkLst>
        </pc:spChg>
        <pc:spChg chg="add mod">
          <ac:chgData name="AlMasadeh, Ramez | Student" userId="6170ca4f-fdd0-4c87-bf15-8c567239ce61" providerId="ADAL" clId="{31BD6049-3996-48BA-A2DE-6C4DA87585B4}" dt="2025-12-19T21:10:09.348" v="1726" actId="20577"/>
          <ac:spMkLst>
            <pc:docMk/>
            <pc:sldMk cId="1322585712" sldId="271"/>
            <ac:spMk id="13" creationId="{6DB654BB-FB83-0704-B683-BA9E95C2FDCF}"/>
          </ac:spMkLst>
        </pc:spChg>
        <pc:spChg chg="add del mod">
          <ac:chgData name="AlMasadeh, Ramez | Student" userId="6170ca4f-fdd0-4c87-bf15-8c567239ce61" providerId="ADAL" clId="{31BD6049-3996-48BA-A2DE-6C4DA87585B4}" dt="2025-12-21T19:30:04.537" v="2188" actId="478"/>
          <ac:spMkLst>
            <pc:docMk/>
            <pc:sldMk cId="1322585712" sldId="271"/>
            <ac:spMk id="14" creationId="{C43AEB13-FB45-AF23-9532-3E9136655D84}"/>
          </ac:spMkLst>
        </pc:spChg>
        <pc:spChg chg="add mod">
          <ac:chgData name="AlMasadeh, Ramez | Student" userId="6170ca4f-fdd0-4c87-bf15-8c567239ce61" providerId="ADAL" clId="{31BD6049-3996-48BA-A2DE-6C4DA87585B4}" dt="2025-12-21T17:48:44.886" v="2033" actId="20577"/>
          <ac:spMkLst>
            <pc:docMk/>
            <pc:sldMk cId="1322585712" sldId="271"/>
            <ac:spMk id="15" creationId="{F6C7CA8F-6997-55D8-C08F-0BCFC68E70C6}"/>
          </ac:spMkLst>
        </pc:spChg>
        <pc:spChg chg="add mod">
          <ac:chgData name="AlMasadeh, Ramez | Student" userId="6170ca4f-fdd0-4c87-bf15-8c567239ce61" providerId="ADAL" clId="{31BD6049-3996-48BA-A2DE-6C4DA87585B4}" dt="2025-12-22T10:13:08.005" v="3212" actId="1076"/>
          <ac:spMkLst>
            <pc:docMk/>
            <pc:sldMk cId="1322585712" sldId="271"/>
            <ac:spMk id="16" creationId="{2D356913-A710-A118-71E0-89A1308B05EB}"/>
          </ac:spMkLst>
        </pc:spChg>
        <pc:spChg chg="add mod">
          <ac:chgData name="AlMasadeh, Ramez | Student" userId="6170ca4f-fdd0-4c87-bf15-8c567239ce61" providerId="ADAL" clId="{31BD6049-3996-48BA-A2DE-6C4DA87585B4}" dt="2025-12-22T10:13:08.005" v="3212" actId="1076"/>
          <ac:spMkLst>
            <pc:docMk/>
            <pc:sldMk cId="1322585712" sldId="271"/>
            <ac:spMk id="18" creationId="{DEE5AE5D-72A2-CF1B-7EF3-6FA3D2BC620C}"/>
          </ac:spMkLst>
        </pc:spChg>
        <pc:spChg chg="add mod">
          <ac:chgData name="AlMasadeh, Ramez | Student" userId="6170ca4f-fdd0-4c87-bf15-8c567239ce61" providerId="ADAL" clId="{31BD6049-3996-48BA-A2DE-6C4DA87585B4}" dt="2025-12-21T19:00:47.444" v="2120" actId="14100"/>
          <ac:spMkLst>
            <pc:docMk/>
            <pc:sldMk cId="1322585712" sldId="271"/>
            <ac:spMk id="26" creationId="{6ABA3E26-1E93-6A88-B902-7D6F05A442CB}"/>
          </ac:spMkLst>
        </pc:spChg>
        <pc:spChg chg="add mod">
          <ac:chgData name="AlMasadeh, Ramez | Student" userId="6170ca4f-fdd0-4c87-bf15-8c567239ce61" providerId="ADAL" clId="{31BD6049-3996-48BA-A2DE-6C4DA87585B4}" dt="2025-12-22T10:13:08.005" v="3212" actId="1076"/>
          <ac:spMkLst>
            <pc:docMk/>
            <pc:sldMk cId="1322585712" sldId="271"/>
            <ac:spMk id="28" creationId="{FC754F15-FCE0-13E9-5B93-9EDB00A0E534}"/>
          </ac:spMkLst>
        </pc:spChg>
        <pc:spChg chg="add del mod">
          <ac:chgData name="AlMasadeh, Ramez | Student" userId="6170ca4f-fdd0-4c87-bf15-8c567239ce61" providerId="ADAL" clId="{31BD6049-3996-48BA-A2DE-6C4DA87585B4}" dt="2025-12-21T18:56:59.191" v="2105" actId="478"/>
          <ac:spMkLst>
            <pc:docMk/>
            <pc:sldMk cId="1322585712" sldId="271"/>
            <ac:spMk id="48" creationId="{1511F85B-A5D5-4B64-8F5E-6D015116C32C}"/>
          </ac:spMkLst>
        </pc:spChg>
        <pc:spChg chg="add mod">
          <ac:chgData name="AlMasadeh, Ramez | Student" userId="6170ca4f-fdd0-4c87-bf15-8c567239ce61" providerId="ADAL" clId="{31BD6049-3996-48BA-A2DE-6C4DA87585B4}" dt="2025-12-21T19:06:07.765" v="2169" actId="1076"/>
          <ac:spMkLst>
            <pc:docMk/>
            <pc:sldMk cId="1322585712" sldId="271"/>
            <ac:spMk id="75" creationId="{5451B845-FEE7-1DB1-39FA-B375DBE420DF}"/>
          </ac:spMkLst>
        </pc:spChg>
        <pc:spChg chg="add mod">
          <ac:chgData name="AlMasadeh, Ramez | Student" userId="6170ca4f-fdd0-4c87-bf15-8c567239ce61" providerId="ADAL" clId="{31BD6049-3996-48BA-A2DE-6C4DA87585B4}" dt="2025-12-21T19:03:58.727" v="2126"/>
          <ac:spMkLst>
            <pc:docMk/>
            <pc:sldMk cId="1322585712" sldId="271"/>
            <ac:spMk id="76" creationId="{53D2CA2D-2D10-300F-E1C3-37D3C4FF8717}"/>
          </ac:spMkLst>
        </pc:spChg>
        <pc:spChg chg="add mod">
          <ac:chgData name="AlMasadeh, Ramez | Student" userId="6170ca4f-fdd0-4c87-bf15-8c567239ce61" providerId="ADAL" clId="{31BD6049-3996-48BA-A2DE-6C4DA87585B4}" dt="2025-12-21T19:34:07.848" v="2227" actId="255"/>
          <ac:spMkLst>
            <pc:docMk/>
            <pc:sldMk cId="1322585712" sldId="271"/>
            <ac:spMk id="77" creationId="{5D3B0771-E414-A870-6F96-CA1728AD4F7F}"/>
          </ac:spMkLst>
        </pc:spChg>
        <pc:spChg chg="add">
          <ac:chgData name="AlMasadeh, Ramez | Student" userId="6170ca4f-fdd0-4c87-bf15-8c567239ce61" providerId="ADAL" clId="{31BD6049-3996-48BA-A2DE-6C4DA87585B4}" dt="2025-12-21T19:29:08.819" v="2180"/>
          <ac:spMkLst>
            <pc:docMk/>
            <pc:sldMk cId="1322585712" sldId="271"/>
            <ac:spMk id="78" creationId="{7718800A-F21D-6C7A-6BEA-8EE4AD1DCA92}"/>
          </ac:spMkLst>
        </pc:spChg>
        <pc:cxnChg chg="del mod">
          <ac:chgData name="AlMasadeh, Ramez | Student" userId="6170ca4f-fdd0-4c87-bf15-8c567239ce61" providerId="ADAL" clId="{31BD6049-3996-48BA-A2DE-6C4DA87585B4}" dt="2025-12-21T18:57:09.973" v="2108" actId="478"/>
          <ac:cxnSpMkLst>
            <pc:docMk/>
            <pc:sldMk cId="1322585712" sldId="271"/>
            <ac:cxnSpMk id="17" creationId="{7770F073-509E-9A2C-31FD-EC1208BA740A}"/>
          </ac:cxnSpMkLst>
        </pc:cxnChg>
        <pc:cxnChg chg="mod">
          <ac:chgData name="AlMasadeh, Ramez | Student" userId="6170ca4f-fdd0-4c87-bf15-8c567239ce61" providerId="ADAL" clId="{31BD6049-3996-48BA-A2DE-6C4DA87585B4}" dt="2025-12-22T10:13:08.005" v="3212" actId="1076"/>
          <ac:cxnSpMkLst>
            <pc:docMk/>
            <pc:sldMk cId="1322585712" sldId="271"/>
            <ac:cxnSpMk id="19" creationId="{590180BE-B1CD-7A9F-A4D1-6853DA1A8615}"/>
          </ac:cxnSpMkLst>
        </pc:cxnChg>
        <pc:cxnChg chg="add mod">
          <ac:chgData name="AlMasadeh, Ramez | Student" userId="6170ca4f-fdd0-4c87-bf15-8c567239ce61" providerId="ADAL" clId="{31BD6049-3996-48BA-A2DE-6C4DA87585B4}" dt="2025-12-22T10:13:08.005" v="3212" actId="1076"/>
          <ac:cxnSpMkLst>
            <pc:docMk/>
            <pc:sldMk cId="1322585712" sldId="271"/>
            <ac:cxnSpMk id="20" creationId="{6FFA103B-9452-F516-BFA1-124CF9C43621}"/>
          </ac:cxnSpMkLst>
        </pc:cxnChg>
        <pc:cxnChg chg="add mod">
          <ac:chgData name="AlMasadeh, Ramez | Student" userId="6170ca4f-fdd0-4c87-bf15-8c567239ce61" providerId="ADAL" clId="{31BD6049-3996-48BA-A2DE-6C4DA87585B4}" dt="2025-12-22T10:13:08.005" v="3212" actId="1076"/>
          <ac:cxnSpMkLst>
            <pc:docMk/>
            <pc:sldMk cId="1322585712" sldId="271"/>
            <ac:cxnSpMk id="29" creationId="{649C87EC-64A6-B01B-4615-1D2473CEBB5B}"/>
          </ac:cxnSpMkLst>
        </pc:cxnChg>
      </pc:sldChg>
      <pc:sldChg chg="addSp delSp modSp add mod">
        <pc:chgData name="AlMasadeh, Ramez | Student" userId="6170ca4f-fdd0-4c87-bf15-8c567239ce61" providerId="ADAL" clId="{31BD6049-3996-48BA-A2DE-6C4DA87585B4}" dt="2025-12-22T21:46:48.393" v="3856" actId="1076"/>
        <pc:sldMkLst>
          <pc:docMk/>
          <pc:sldMk cId="2666632849" sldId="273"/>
        </pc:sldMkLst>
        <pc:spChg chg="mod">
          <ac:chgData name="AlMasadeh, Ramez | Student" userId="6170ca4f-fdd0-4c87-bf15-8c567239ce61" providerId="ADAL" clId="{31BD6049-3996-48BA-A2DE-6C4DA87585B4}" dt="2025-12-22T21:46:10.350" v="3855" actId="20577"/>
          <ac:spMkLst>
            <pc:docMk/>
            <pc:sldMk cId="2666632849" sldId="273"/>
            <ac:spMk id="2" creationId="{FFA053C7-2C37-E9F7-B719-3312CA6C305D}"/>
          </ac:spMkLst>
        </pc:spChg>
        <pc:spChg chg="mod">
          <ac:chgData name="AlMasadeh, Ramez | Student" userId="6170ca4f-fdd0-4c87-bf15-8c567239ce61" providerId="ADAL" clId="{31BD6049-3996-48BA-A2DE-6C4DA87585B4}" dt="2025-12-21T21:05:32.450" v="2458" actId="1076"/>
          <ac:spMkLst>
            <pc:docMk/>
            <pc:sldMk cId="2666632849" sldId="273"/>
            <ac:spMk id="3" creationId="{1FEC7F08-1C9B-5F10-9687-D0CB2B78F8DD}"/>
          </ac:spMkLst>
        </pc:spChg>
        <pc:spChg chg="del mod">
          <ac:chgData name="AlMasadeh, Ramez | Student" userId="6170ca4f-fdd0-4c87-bf15-8c567239ce61" providerId="ADAL" clId="{31BD6049-3996-48BA-A2DE-6C4DA87585B4}" dt="2025-12-21T20:21:52.044" v="2350" actId="478"/>
          <ac:spMkLst>
            <pc:docMk/>
            <pc:sldMk cId="2666632849" sldId="273"/>
            <ac:spMk id="4" creationId="{E710FB9A-65D3-8AE0-5488-A68E7246825A}"/>
          </ac:spMkLst>
        </pc:spChg>
        <pc:spChg chg="del">
          <ac:chgData name="AlMasadeh, Ramez | Student" userId="6170ca4f-fdd0-4c87-bf15-8c567239ce61" providerId="ADAL" clId="{31BD6049-3996-48BA-A2DE-6C4DA87585B4}" dt="2025-12-21T21:03:13.755" v="2437" actId="478"/>
          <ac:spMkLst>
            <pc:docMk/>
            <pc:sldMk cId="2666632849" sldId="273"/>
            <ac:spMk id="5" creationId="{6AA869C3-A612-5C11-8B25-EEA72E24F10D}"/>
          </ac:spMkLst>
        </pc:spChg>
        <pc:spChg chg="del">
          <ac:chgData name="AlMasadeh, Ramez | Student" userId="6170ca4f-fdd0-4c87-bf15-8c567239ce61" providerId="ADAL" clId="{31BD6049-3996-48BA-A2DE-6C4DA87585B4}" dt="2025-12-21T21:03:19.258" v="2439" actId="478"/>
          <ac:spMkLst>
            <pc:docMk/>
            <pc:sldMk cId="2666632849" sldId="273"/>
            <ac:spMk id="6" creationId="{4D89645D-A8E2-43A9-4603-03C44452D8AF}"/>
          </ac:spMkLst>
        </pc:spChg>
        <pc:spChg chg="mod">
          <ac:chgData name="AlMasadeh, Ramez | Student" userId="6170ca4f-fdd0-4c87-bf15-8c567239ce61" providerId="ADAL" clId="{31BD6049-3996-48BA-A2DE-6C4DA87585B4}" dt="2025-12-21T21:09:12.020" v="2463" actId="14100"/>
          <ac:spMkLst>
            <pc:docMk/>
            <pc:sldMk cId="2666632849" sldId="273"/>
            <ac:spMk id="7" creationId="{4873F989-3197-10B7-D341-B9E2BA8E1FAF}"/>
          </ac:spMkLst>
        </pc:spChg>
        <pc:spChg chg="del">
          <ac:chgData name="AlMasadeh, Ramez | Student" userId="6170ca4f-fdd0-4c87-bf15-8c567239ce61" providerId="ADAL" clId="{31BD6049-3996-48BA-A2DE-6C4DA87585B4}" dt="2025-12-21T20:30:20.817" v="2417" actId="478"/>
          <ac:spMkLst>
            <pc:docMk/>
            <pc:sldMk cId="2666632849" sldId="273"/>
            <ac:spMk id="8" creationId="{4EBCCC4E-67E7-EB42-D92C-3913507273AD}"/>
          </ac:spMkLst>
        </pc:spChg>
        <pc:spChg chg="add">
          <ac:chgData name="AlMasadeh, Ramez | Student" userId="6170ca4f-fdd0-4c87-bf15-8c567239ce61" providerId="ADAL" clId="{31BD6049-3996-48BA-A2DE-6C4DA87585B4}" dt="2025-12-21T20:42:54.235" v="2433"/>
          <ac:spMkLst>
            <pc:docMk/>
            <pc:sldMk cId="2666632849" sldId="273"/>
            <ac:spMk id="9" creationId="{76C1AFF9-CDE6-5725-0582-05094466EA27}"/>
          </ac:spMkLst>
        </pc:spChg>
        <pc:spChg chg="add">
          <ac:chgData name="AlMasadeh, Ramez | Student" userId="6170ca4f-fdd0-4c87-bf15-8c567239ce61" providerId="ADAL" clId="{31BD6049-3996-48BA-A2DE-6C4DA87585B4}" dt="2025-12-21T21:03:15.339" v="2438"/>
          <ac:spMkLst>
            <pc:docMk/>
            <pc:sldMk cId="2666632849" sldId="273"/>
            <ac:spMk id="10" creationId="{3CD93D18-60D9-A75F-59DE-F14D099BE11B}"/>
          </ac:spMkLst>
        </pc:spChg>
        <pc:spChg chg="add del mod">
          <ac:chgData name="AlMasadeh, Ramez | Student" userId="6170ca4f-fdd0-4c87-bf15-8c567239ce61" providerId="ADAL" clId="{31BD6049-3996-48BA-A2DE-6C4DA87585B4}" dt="2025-12-21T21:04:15.592" v="2455"/>
          <ac:spMkLst>
            <pc:docMk/>
            <pc:sldMk cId="2666632849" sldId="273"/>
            <ac:spMk id="15" creationId="{2BEFA7AE-BFD2-5E2A-1185-6DCD6695B665}"/>
          </ac:spMkLst>
        </pc:spChg>
        <pc:spChg chg="add mod">
          <ac:chgData name="AlMasadeh, Ramez | Student" userId="6170ca4f-fdd0-4c87-bf15-8c567239ce61" providerId="ADAL" clId="{31BD6049-3996-48BA-A2DE-6C4DA87585B4}" dt="2025-12-21T21:10:31.331" v="2478" actId="1076"/>
          <ac:spMkLst>
            <pc:docMk/>
            <pc:sldMk cId="2666632849" sldId="273"/>
            <ac:spMk id="16" creationId="{1B6D5BF4-AC78-16E8-7196-9340DBBC50B1}"/>
          </ac:spMkLst>
        </pc:spChg>
        <pc:picChg chg="add mod">
          <ac:chgData name="AlMasadeh, Ramez | Student" userId="6170ca4f-fdd0-4c87-bf15-8c567239ce61" providerId="ADAL" clId="{31BD6049-3996-48BA-A2DE-6C4DA87585B4}" dt="2025-12-22T21:46:48.393" v="3856" actId="1076"/>
          <ac:picMkLst>
            <pc:docMk/>
            <pc:sldMk cId="2666632849" sldId="273"/>
            <ac:picMk id="12" creationId="{105C9787-AE3E-DD3B-3FE5-92BE1DC928A6}"/>
          </ac:picMkLst>
        </pc:picChg>
        <pc:picChg chg="add del mod">
          <ac:chgData name="AlMasadeh, Ramez | Student" userId="6170ca4f-fdd0-4c87-bf15-8c567239ce61" providerId="ADAL" clId="{31BD6049-3996-48BA-A2DE-6C4DA87585B4}" dt="2025-12-21T21:03:47.697" v="2447" actId="478"/>
          <ac:picMkLst>
            <pc:docMk/>
            <pc:sldMk cId="2666632849" sldId="273"/>
            <ac:picMk id="14" creationId="{A86E461A-CD1D-C6D3-0BCE-519F9724A25C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5-12-21T23:35:31.424" v="3033" actId="1076"/>
        <pc:sldMkLst>
          <pc:docMk/>
          <pc:sldMk cId="2830268969" sldId="274"/>
        </pc:sldMkLst>
        <pc:spChg chg="mod">
          <ac:chgData name="AlMasadeh, Ramez | Student" userId="6170ca4f-fdd0-4c87-bf15-8c567239ce61" providerId="ADAL" clId="{31BD6049-3996-48BA-A2DE-6C4DA87585B4}" dt="2025-12-21T19:34:23.453" v="2233" actId="20577"/>
          <ac:spMkLst>
            <pc:docMk/>
            <pc:sldMk cId="2830268969" sldId="274"/>
            <ac:spMk id="2" creationId="{C242FFD8-F6D4-D249-298F-3493C100A4F0}"/>
          </ac:spMkLst>
        </pc:spChg>
        <pc:spChg chg="mod">
          <ac:chgData name="AlMasadeh, Ramez | Student" userId="6170ca4f-fdd0-4c87-bf15-8c567239ce61" providerId="ADAL" clId="{31BD6049-3996-48BA-A2DE-6C4DA87585B4}" dt="2025-12-21T23:35:31.424" v="3033" actId="1076"/>
          <ac:spMkLst>
            <pc:docMk/>
            <pc:sldMk cId="2830268969" sldId="274"/>
            <ac:spMk id="3" creationId="{FF394A7D-4493-175D-0262-056C28496F49}"/>
          </ac:spMkLst>
        </pc:spChg>
        <pc:spChg chg="mod">
          <ac:chgData name="AlMasadeh, Ramez | Student" userId="6170ca4f-fdd0-4c87-bf15-8c567239ce61" providerId="ADAL" clId="{31BD6049-3996-48BA-A2DE-6C4DA87585B4}" dt="2025-12-21T23:35:31.424" v="3033" actId="1076"/>
          <ac:spMkLst>
            <pc:docMk/>
            <pc:sldMk cId="2830268969" sldId="274"/>
            <ac:spMk id="7" creationId="{C9BA761F-A555-E9B3-0550-E33F887432E8}"/>
          </ac:spMkLst>
        </pc:spChg>
        <pc:spChg chg="add mod">
          <ac:chgData name="AlMasadeh, Ramez | Student" userId="6170ca4f-fdd0-4c87-bf15-8c567239ce61" providerId="ADAL" clId="{31BD6049-3996-48BA-A2DE-6C4DA87585B4}" dt="2025-12-21T20:16:17.977" v="2291" actId="1076"/>
          <ac:spMkLst>
            <pc:docMk/>
            <pc:sldMk cId="2830268969" sldId="274"/>
            <ac:spMk id="13" creationId="{95A81BD7-79F8-959A-F276-0D9A0313DEA8}"/>
          </ac:spMkLst>
        </pc:spChg>
        <pc:picChg chg="add mod">
          <ac:chgData name="AlMasadeh, Ramez | Student" userId="6170ca4f-fdd0-4c87-bf15-8c567239ce61" providerId="ADAL" clId="{31BD6049-3996-48BA-A2DE-6C4DA87585B4}" dt="2025-12-21T20:13:09.283" v="2269" actId="1076"/>
          <ac:picMkLst>
            <pc:docMk/>
            <pc:sldMk cId="2830268969" sldId="274"/>
            <ac:picMk id="9" creationId="{401DEB43-DE77-73A9-D2BD-A96A71187B99}"/>
          </ac:picMkLst>
        </pc:picChg>
        <pc:picChg chg="add del mod">
          <ac:chgData name="AlMasadeh, Ramez | Student" userId="6170ca4f-fdd0-4c87-bf15-8c567239ce61" providerId="ADAL" clId="{31BD6049-3996-48BA-A2DE-6C4DA87585B4}" dt="2025-12-21T20:12:43.673" v="2257" actId="21"/>
          <ac:picMkLst>
            <pc:docMk/>
            <pc:sldMk cId="2830268969" sldId="274"/>
            <ac:picMk id="12" creationId="{4AE37860-F762-1CA8-0252-43C650B14F5A}"/>
          </ac:picMkLst>
        </pc:picChg>
      </pc:sldChg>
      <pc:sldChg chg="addSp delSp modSp add mod">
        <pc:chgData name="AlMasadeh, Ramez | Student" userId="6170ca4f-fdd0-4c87-bf15-8c567239ce61" providerId="ADAL" clId="{31BD6049-3996-48BA-A2DE-6C4DA87585B4}" dt="2025-12-21T21:14:25.769" v="2546" actId="1076"/>
        <pc:sldMkLst>
          <pc:docMk/>
          <pc:sldMk cId="1321326377" sldId="275"/>
        </pc:sldMkLst>
        <pc:spChg chg="mod">
          <ac:chgData name="AlMasadeh, Ramez | Student" userId="6170ca4f-fdd0-4c87-bf15-8c567239ce61" providerId="ADAL" clId="{31BD6049-3996-48BA-A2DE-6C4DA87585B4}" dt="2025-12-21T19:34:41.424" v="2242" actId="20577"/>
          <ac:spMkLst>
            <pc:docMk/>
            <pc:sldMk cId="1321326377" sldId="275"/>
            <ac:spMk id="2" creationId="{B8911A95-558A-058F-A73B-0A3EC00271FC}"/>
          </ac:spMkLst>
        </pc:spChg>
        <pc:spChg chg="add del mod">
          <ac:chgData name="AlMasadeh, Ramez | Student" userId="6170ca4f-fdd0-4c87-bf15-8c567239ce61" providerId="ADAL" clId="{31BD6049-3996-48BA-A2DE-6C4DA87585B4}" dt="2025-12-21T19:34:30.859" v="2234" actId="478"/>
          <ac:spMkLst>
            <pc:docMk/>
            <pc:sldMk cId="1321326377" sldId="275"/>
            <ac:spMk id="9" creationId="{9BBC59A4-670D-D7D8-B413-C7042B8B672C}"/>
          </ac:spMkLst>
        </pc:spChg>
        <pc:spChg chg="add del mod">
          <ac:chgData name="AlMasadeh, Ramez | Student" userId="6170ca4f-fdd0-4c87-bf15-8c567239ce61" providerId="ADAL" clId="{31BD6049-3996-48BA-A2DE-6C4DA87585B4}" dt="2025-12-21T19:34:33.927" v="2235" actId="478"/>
          <ac:spMkLst>
            <pc:docMk/>
            <pc:sldMk cId="1321326377" sldId="275"/>
            <ac:spMk id="18" creationId="{281D7FCD-74FC-AEB8-9AE7-F181EC11A14C}"/>
          </ac:spMkLst>
        </pc:spChg>
        <pc:spChg chg="add del mod">
          <ac:chgData name="AlMasadeh, Ramez | Student" userId="6170ca4f-fdd0-4c87-bf15-8c567239ce61" providerId="ADAL" clId="{31BD6049-3996-48BA-A2DE-6C4DA87585B4}" dt="2025-12-21T19:35:32.727" v="2244" actId="478"/>
          <ac:spMkLst>
            <pc:docMk/>
            <pc:sldMk cId="1321326377" sldId="275"/>
            <ac:spMk id="19" creationId="{30949ADD-2AB7-A465-A938-E924417E2D07}"/>
          </ac:spMkLst>
        </pc:spChg>
        <pc:spChg chg="add del mod">
          <ac:chgData name="AlMasadeh, Ramez | Student" userId="6170ca4f-fdd0-4c87-bf15-8c567239ce61" providerId="ADAL" clId="{31BD6049-3996-48BA-A2DE-6C4DA87585B4}" dt="2025-12-21T20:09:15.799" v="2245" actId="478"/>
          <ac:spMkLst>
            <pc:docMk/>
            <pc:sldMk cId="1321326377" sldId="275"/>
            <ac:spMk id="20" creationId="{2A52EF36-2E6D-12C9-C7EB-9E5866ADF779}"/>
          </ac:spMkLst>
        </pc:spChg>
        <pc:spChg chg="add mod">
          <ac:chgData name="AlMasadeh, Ramez | Student" userId="6170ca4f-fdd0-4c87-bf15-8c567239ce61" providerId="ADAL" clId="{31BD6049-3996-48BA-A2DE-6C4DA87585B4}" dt="2025-12-21T21:14:25.769" v="2546" actId="1076"/>
          <ac:spMkLst>
            <pc:docMk/>
            <pc:sldMk cId="1321326377" sldId="275"/>
            <ac:spMk id="21" creationId="{BC45DC7B-5568-9DF3-8F3E-54E6F8096DBB}"/>
          </ac:spMkLst>
        </pc:spChg>
        <pc:spChg chg="add mod">
          <ac:chgData name="AlMasadeh, Ramez | Student" userId="6170ca4f-fdd0-4c87-bf15-8c567239ce61" providerId="ADAL" clId="{31BD6049-3996-48BA-A2DE-6C4DA87585B4}" dt="2025-12-21T20:12:24.958" v="2253" actId="6549"/>
          <ac:spMkLst>
            <pc:docMk/>
            <pc:sldMk cId="1321326377" sldId="275"/>
            <ac:spMk id="22" creationId="{18E0BA46-5C9C-7A60-C04F-74F0EA0496E7}"/>
          </ac:spMkLst>
        </pc:spChg>
        <pc:spChg chg="add del mod">
          <ac:chgData name="AlMasadeh, Ramez | Student" userId="6170ca4f-fdd0-4c87-bf15-8c567239ce61" providerId="ADAL" clId="{31BD6049-3996-48BA-A2DE-6C4DA87585B4}" dt="2025-12-21T20:12:18.159" v="2250" actId="478"/>
          <ac:spMkLst>
            <pc:docMk/>
            <pc:sldMk cId="1321326377" sldId="275"/>
            <ac:spMk id="23" creationId="{567EFDBA-7022-D478-7FA6-7DEB5E893895}"/>
          </ac:spMkLst>
        </pc:spChg>
        <pc:spChg chg="add del mod">
          <ac:chgData name="AlMasadeh, Ramez | Student" userId="6170ca4f-fdd0-4c87-bf15-8c567239ce61" providerId="ADAL" clId="{31BD6049-3996-48BA-A2DE-6C4DA87585B4}" dt="2025-12-21T20:13:03.121" v="2266" actId="478"/>
          <ac:spMkLst>
            <pc:docMk/>
            <pc:sldMk cId="1321326377" sldId="275"/>
            <ac:spMk id="24" creationId="{E3C39B41-BBB6-F994-D11B-C25139F5DC1F}"/>
          </ac:spMkLst>
        </pc:spChg>
        <pc:spChg chg="add mod">
          <ac:chgData name="AlMasadeh, Ramez | Student" userId="6170ca4f-fdd0-4c87-bf15-8c567239ce61" providerId="ADAL" clId="{31BD6049-3996-48BA-A2DE-6C4DA87585B4}" dt="2025-12-21T21:14:18.644" v="2544" actId="1076"/>
          <ac:spMkLst>
            <pc:docMk/>
            <pc:sldMk cId="1321326377" sldId="275"/>
            <ac:spMk id="27" creationId="{5DDCB1AD-85C3-EDF7-0D1B-282ED63A2235}"/>
          </ac:spMkLst>
        </pc:spChg>
        <pc:spChg chg="add mod">
          <ac:chgData name="AlMasadeh, Ramez | Student" userId="6170ca4f-fdd0-4c87-bf15-8c567239ce61" providerId="ADAL" clId="{31BD6049-3996-48BA-A2DE-6C4DA87585B4}" dt="2025-12-21T21:14:12.637" v="2543" actId="1076"/>
          <ac:spMkLst>
            <pc:docMk/>
            <pc:sldMk cId="1321326377" sldId="275"/>
            <ac:spMk id="28" creationId="{A060733E-F978-A941-7147-585CE6397D8E}"/>
          </ac:spMkLst>
        </pc:spChg>
        <pc:picChg chg="add mod">
          <ac:chgData name="AlMasadeh, Ramez | Student" userId="6170ca4f-fdd0-4c87-bf15-8c567239ce61" providerId="ADAL" clId="{31BD6049-3996-48BA-A2DE-6C4DA87585B4}" dt="2025-12-21T21:14:08.023" v="2541" actId="1076"/>
          <ac:picMkLst>
            <pc:docMk/>
            <pc:sldMk cId="1321326377" sldId="275"/>
            <ac:picMk id="25" creationId="{563EE8D7-6BEA-9C0F-845B-CE93AC864A49}"/>
          </ac:picMkLst>
        </pc:picChg>
        <pc:picChg chg="add mod">
          <ac:chgData name="AlMasadeh, Ramez | Student" userId="6170ca4f-fdd0-4c87-bf15-8c567239ce61" providerId="ADAL" clId="{31BD6049-3996-48BA-A2DE-6C4DA87585B4}" dt="2025-12-21T21:14:18.644" v="2544" actId="1076"/>
          <ac:picMkLst>
            <pc:docMk/>
            <pc:sldMk cId="1321326377" sldId="275"/>
            <ac:picMk id="26" creationId="{4AE37860-F762-1CA8-0252-43C650B14F5A}"/>
          </ac:picMkLst>
        </pc:picChg>
      </pc:sldChg>
      <pc:sldChg chg="addSp delSp modSp add mod ord">
        <pc:chgData name="AlMasadeh, Ramez | Student" userId="6170ca4f-fdd0-4c87-bf15-8c567239ce61" providerId="ADAL" clId="{31BD6049-3996-48BA-A2DE-6C4DA87585B4}" dt="2025-12-21T21:20:01.011" v="2549"/>
        <pc:sldMkLst>
          <pc:docMk/>
          <pc:sldMk cId="1418304791" sldId="276"/>
        </pc:sldMkLst>
        <pc:spChg chg="mod">
          <ac:chgData name="AlMasadeh, Ramez | Student" userId="6170ca4f-fdd0-4c87-bf15-8c567239ce61" providerId="ADAL" clId="{31BD6049-3996-48BA-A2DE-6C4DA87585B4}" dt="2025-12-18T21:43:27.412" v="873" actId="20577"/>
          <ac:spMkLst>
            <pc:docMk/>
            <pc:sldMk cId="1418304791" sldId="276"/>
            <ac:spMk id="2" creationId="{D84177D2-E791-E767-95BA-57AA1F626871}"/>
          </ac:spMkLst>
        </pc:spChg>
        <pc:spChg chg="add mod">
          <ac:chgData name="AlMasadeh, Ramez | Student" userId="6170ca4f-fdd0-4c87-bf15-8c567239ce61" providerId="ADAL" clId="{31BD6049-3996-48BA-A2DE-6C4DA87585B4}" dt="2025-12-21T21:11:02.474" v="2523" actId="20577"/>
          <ac:spMkLst>
            <pc:docMk/>
            <pc:sldMk cId="1418304791" sldId="276"/>
            <ac:spMk id="5" creationId="{BBD1EC45-5FD3-EB97-9411-6B89A0457E4B}"/>
          </ac:spMkLst>
        </pc:spChg>
        <pc:spChg chg="del mod">
          <ac:chgData name="AlMasadeh, Ramez | Student" userId="6170ca4f-fdd0-4c87-bf15-8c567239ce61" providerId="ADAL" clId="{31BD6049-3996-48BA-A2DE-6C4DA87585B4}" dt="2025-12-21T21:09:17.107" v="2464" actId="478"/>
          <ac:spMkLst>
            <pc:docMk/>
            <pc:sldMk cId="1418304791" sldId="276"/>
            <ac:spMk id="9" creationId="{8592CB5B-2B24-9ACB-6527-BDB018CA682D}"/>
          </ac:spMkLst>
        </pc:spChg>
        <pc:spChg chg="del">
          <ac:chgData name="AlMasadeh, Ramez | Student" userId="6170ca4f-fdd0-4c87-bf15-8c567239ce61" providerId="ADAL" clId="{31BD6049-3996-48BA-A2DE-6C4DA87585B4}" dt="2025-12-21T21:09:21.283" v="2465" actId="478"/>
          <ac:spMkLst>
            <pc:docMk/>
            <pc:sldMk cId="1418304791" sldId="276"/>
            <ac:spMk id="18" creationId="{A5FD9DB1-E9EB-1303-233E-C9E1A6FC7FF5}"/>
          </ac:spMkLst>
        </pc:spChg>
        <pc:spChg chg="del mod">
          <ac:chgData name="AlMasadeh, Ramez | Student" userId="6170ca4f-fdd0-4c87-bf15-8c567239ce61" providerId="ADAL" clId="{31BD6049-3996-48BA-A2DE-6C4DA87585B4}" dt="2025-12-21T21:09:26.338" v="2467" actId="478"/>
          <ac:spMkLst>
            <pc:docMk/>
            <pc:sldMk cId="1418304791" sldId="276"/>
            <ac:spMk id="19" creationId="{F52ED4FB-DC34-9CF6-C3AC-66D62D8520D0}"/>
          </ac:spMkLst>
        </pc:spChg>
        <pc:spChg chg="del">
          <ac:chgData name="AlMasadeh, Ramez | Student" userId="6170ca4f-fdd0-4c87-bf15-8c567239ce61" providerId="ADAL" clId="{31BD6049-3996-48BA-A2DE-6C4DA87585B4}" dt="2025-12-21T21:09:24.195" v="2466" actId="478"/>
          <ac:spMkLst>
            <pc:docMk/>
            <pc:sldMk cId="1418304791" sldId="276"/>
            <ac:spMk id="20" creationId="{0EB7136D-027D-1C8F-38A2-595A29C22367}"/>
          </ac:spMkLst>
        </pc:spChg>
        <pc:spChg chg="mod">
          <ac:chgData name="AlMasadeh, Ramez | Student" userId="6170ca4f-fdd0-4c87-bf15-8c567239ce61" providerId="ADAL" clId="{31BD6049-3996-48BA-A2DE-6C4DA87585B4}" dt="2025-12-21T21:11:55.806" v="2534" actId="403"/>
          <ac:spMkLst>
            <pc:docMk/>
            <pc:sldMk cId="1418304791" sldId="276"/>
            <ac:spMk id="21" creationId="{FF4C3443-5FDB-087F-A163-94D40F17EC7D}"/>
          </ac:spMkLst>
        </pc:spChg>
        <pc:spChg chg="del">
          <ac:chgData name="AlMasadeh, Ramez | Student" userId="6170ca4f-fdd0-4c87-bf15-8c567239ce61" providerId="ADAL" clId="{31BD6049-3996-48BA-A2DE-6C4DA87585B4}" dt="2025-12-21T21:09:38.282" v="2471" actId="478"/>
          <ac:spMkLst>
            <pc:docMk/>
            <pc:sldMk cId="1418304791" sldId="276"/>
            <ac:spMk id="22" creationId="{3EB37EC7-E19D-B9EB-53D0-3C81A71B2170}"/>
          </ac:spMkLst>
        </pc:spChg>
        <pc:spChg chg="mod">
          <ac:chgData name="AlMasadeh, Ramez | Student" userId="6170ca4f-fdd0-4c87-bf15-8c567239ce61" providerId="ADAL" clId="{31BD6049-3996-48BA-A2DE-6C4DA87585B4}" dt="2025-12-21T21:20:01.011" v="2549"/>
          <ac:spMkLst>
            <pc:docMk/>
            <pc:sldMk cId="1418304791" sldId="276"/>
            <ac:spMk id="23" creationId="{E827CC5B-0B43-D95A-6D80-41D8780877E4}"/>
          </ac:spMkLst>
        </pc:spChg>
        <pc:picChg chg="add mod">
          <ac:chgData name="AlMasadeh, Ramez | Student" userId="6170ca4f-fdd0-4c87-bf15-8c567239ce61" providerId="ADAL" clId="{31BD6049-3996-48BA-A2DE-6C4DA87585B4}" dt="2025-12-21T21:09:32.831" v="2469" actId="1076"/>
          <ac:picMkLst>
            <pc:docMk/>
            <pc:sldMk cId="1418304791" sldId="276"/>
            <ac:picMk id="3" creationId="{FCA9BCA2-21BB-9E9F-8D77-5A3EC0D349A2}"/>
          </ac:picMkLst>
        </pc:picChg>
        <pc:picChg chg="add mod">
          <ac:chgData name="AlMasadeh, Ramez | Student" userId="6170ca4f-fdd0-4c87-bf15-8c567239ce61" providerId="ADAL" clId="{31BD6049-3996-48BA-A2DE-6C4DA87585B4}" dt="2025-12-21T21:10:05.878" v="2473" actId="1076"/>
          <ac:picMkLst>
            <pc:docMk/>
            <pc:sldMk cId="1418304791" sldId="276"/>
            <ac:picMk id="4" creationId="{BAD6AC11-AC61-89D8-C895-164F8D3A83DE}"/>
          </ac:picMkLst>
        </pc:picChg>
      </pc:sldChg>
      <pc:sldChg chg="addSp delSp modSp add mod ord">
        <pc:chgData name="AlMasadeh, Ramez | Student" userId="6170ca4f-fdd0-4c87-bf15-8c567239ce61" providerId="ADAL" clId="{31BD6049-3996-48BA-A2DE-6C4DA87585B4}" dt="2025-12-22T10:07:52.767" v="3199" actId="207"/>
        <pc:sldMkLst>
          <pc:docMk/>
          <pc:sldMk cId="1004722010" sldId="277"/>
        </pc:sldMkLst>
        <pc:spChg chg="mod">
          <ac:chgData name="AlMasadeh, Ramez | Student" userId="6170ca4f-fdd0-4c87-bf15-8c567239ce61" providerId="ADAL" clId="{31BD6049-3996-48BA-A2DE-6C4DA87585B4}" dt="2025-12-18T21:53:25.392" v="1096"/>
          <ac:spMkLst>
            <pc:docMk/>
            <pc:sldMk cId="1004722010" sldId="277"/>
            <ac:spMk id="2" creationId="{7A0DA301-3801-625E-71C3-CF1142BDDB42}"/>
          </ac:spMkLst>
        </pc:spChg>
        <pc:spChg chg="add">
          <ac:chgData name="AlMasadeh, Ramez | Student" userId="6170ca4f-fdd0-4c87-bf15-8c567239ce61" providerId="ADAL" clId="{31BD6049-3996-48BA-A2DE-6C4DA87585B4}" dt="2025-12-21T23:30:56.637" v="2981"/>
          <ac:spMkLst>
            <pc:docMk/>
            <pc:sldMk cId="1004722010" sldId="277"/>
            <ac:spMk id="3" creationId="{E3E97B15-276B-648F-1850-4E7C948B4788}"/>
          </ac:spMkLst>
        </pc:spChg>
        <pc:spChg chg="add mod">
          <ac:chgData name="AlMasadeh, Ramez | Student" userId="6170ca4f-fdd0-4c87-bf15-8c567239ce61" providerId="ADAL" clId="{31BD6049-3996-48BA-A2DE-6C4DA87585B4}" dt="2025-12-21T23:32:45.120" v="2995" actId="1076"/>
          <ac:spMkLst>
            <pc:docMk/>
            <pc:sldMk cId="1004722010" sldId="277"/>
            <ac:spMk id="10" creationId="{00000000-0000-0000-0000-000000000000}"/>
          </ac:spMkLst>
        </pc:spChg>
        <pc:spChg chg="add mod">
          <ac:chgData name="AlMasadeh, Ramez | Student" userId="6170ca4f-fdd0-4c87-bf15-8c567239ce61" providerId="ADAL" clId="{31BD6049-3996-48BA-A2DE-6C4DA87585B4}" dt="2025-12-22T10:07:52.767" v="3199" actId="207"/>
          <ac:spMkLst>
            <pc:docMk/>
            <pc:sldMk cId="1004722010" sldId="277"/>
            <ac:spMk id="11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3:30:27.536" v="2974" actId="478"/>
          <ac:spMkLst>
            <pc:docMk/>
            <pc:sldMk cId="1004722010" sldId="277"/>
            <ac:spMk id="12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3:30:33.094" v="2975" actId="478"/>
          <ac:spMkLst>
            <pc:docMk/>
            <pc:sldMk cId="1004722010" sldId="277"/>
            <ac:spMk id="13" creationId="{00000000-0000-0000-0000-000000000000}"/>
          </ac:spMkLst>
        </pc:spChg>
      </pc:sldChg>
      <pc:sldChg chg="addSp delSp modSp add mod">
        <pc:chgData name="AlMasadeh, Ramez | Student" userId="6170ca4f-fdd0-4c87-bf15-8c567239ce61" providerId="ADAL" clId="{31BD6049-3996-48BA-A2DE-6C4DA87585B4}" dt="2025-12-22T18:11:10.976" v="3387" actId="167"/>
        <pc:sldMkLst>
          <pc:docMk/>
          <pc:sldMk cId="949133185" sldId="278"/>
        </pc:sldMkLst>
        <pc:spChg chg="add mod ord">
          <ac:chgData name="AlMasadeh, Ramez | Student" userId="6170ca4f-fdd0-4c87-bf15-8c567239ce61" providerId="ADAL" clId="{31BD6049-3996-48BA-A2DE-6C4DA87585B4}" dt="2025-12-22T18:11:10.976" v="3387" actId="167"/>
          <ac:spMkLst>
            <pc:docMk/>
            <pc:sldMk cId="949133185" sldId="278"/>
            <ac:spMk id="2" creationId="{322EFAF4-588E-DB52-1AB6-3FACB2EF5414}"/>
          </ac:spMkLst>
        </pc:spChg>
        <pc:spChg chg="add mod">
          <ac:chgData name="AlMasadeh, Ramez | Student" userId="6170ca4f-fdd0-4c87-bf15-8c567239ce61" providerId="ADAL" clId="{31BD6049-3996-48BA-A2DE-6C4DA87585B4}" dt="2025-12-18T21:51:46.306" v="1077"/>
          <ac:spMkLst>
            <pc:docMk/>
            <pc:sldMk cId="949133185" sldId="278"/>
            <ac:spMk id="3" creationId="{4583D0B1-4875-9340-174E-FD6497F377AE}"/>
          </ac:spMkLst>
        </pc:spChg>
        <pc:spChg chg="add mod">
          <ac:chgData name="AlMasadeh, Ramez | Student" userId="6170ca4f-fdd0-4c87-bf15-8c567239ce61" providerId="ADAL" clId="{31BD6049-3996-48BA-A2DE-6C4DA87585B4}" dt="2025-12-22T10:29:23.825" v="3225" actId="1076"/>
          <ac:spMkLst>
            <pc:docMk/>
            <pc:sldMk cId="949133185" sldId="278"/>
            <ac:spMk id="4" creationId="{D9F937EF-05C4-F9B2-F4E5-7C30BF21B496}"/>
          </ac:spMkLst>
        </pc:spChg>
        <pc:spChg chg="add mod">
          <ac:chgData name="AlMasadeh, Ramez | Student" userId="6170ca4f-fdd0-4c87-bf15-8c567239ce61" providerId="ADAL" clId="{31BD6049-3996-48BA-A2DE-6C4DA87585B4}" dt="2025-12-22T10:29:23.825" v="3225" actId="1076"/>
          <ac:spMkLst>
            <pc:docMk/>
            <pc:sldMk cId="949133185" sldId="278"/>
            <ac:spMk id="5" creationId="{02E1998A-C87D-5940-7F14-F13AF3F855A8}"/>
          </ac:spMkLst>
        </pc:spChg>
        <pc:spChg chg="add mod">
          <ac:chgData name="AlMasadeh, Ramez | Student" userId="6170ca4f-fdd0-4c87-bf15-8c567239ce61" providerId="ADAL" clId="{31BD6049-3996-48BA-A2DE-6C4DA87585B4}" dt="2025-12-22T10:29:23.825" v="3225" actId="1076"/>
          <ac:spMkLst>
            <pc:docMk/>
            <pc:sldMk cId="949133185" sldId="278"/>
            <ac:spMk id="6" creationId="{90D96930-4F97-1036-7A39-19C843F3A1DB}"/>
          </ac:spMkLst>
        </pc:spChg>
        <pc:spChg chg="add mod">
          <ac:chgData name="AlMasadeh, Ramez | Student" userId="6170ca4f-fdd0-4c87-bf15-8c567239ce61" providerId="ADAL" clId="{31BD6049-3996-48BA-A2DE-6C4DA87585B4}" dt="2025-12-22T10:29:23.825" v="3225" actId="1076"/>
          <ac:spMkLst>
            <pc:docMk/>
            <pc:sldMk cId="949133185" sldId="278"/>
            <ac:spMk id="7" creationId="{06B4EB01-6F5C-67AB-B160-4AB0FEA85BC7}"/>
          </ac:spMkLst>
        </pc:spChg>
        <pc:spChg chg="add mod">
          <ac:chgData name="AlMasadeh, Ramez | Student" userId="6170ca4f-fdd0-4c87-bf15-8c567239ce61" providerId="ADAL" clId="{31BD6049-3996-48BA-A2DE-6C4DA87585B4}" dt="2025-12-22T10:29:23.825" v="3225" actId="1076"/>
          <ac:spMkLst>
            <pc:docMk/>
            <pc:sldMk cId="949133185" sldId="278"/>
            <ac:spMk id="8" creationId="{B5CBC09D-6398-843F-BE2D-CF258429CE82}"/>
          </ac:spMkLst>
        </pc:spChg>
        <pc:spChg chg="add del mod">
          <ac:chgData name="AlMasadeh, Ramez | Student" userId="6170ca4f-fdd0-4c87-bf15-8c567239ce61" providerId="ADAL" clId="{31BD6049-3996-48BA-A2DE-6C4DA87585B4}" dt="2025-12-21T23:14:51.873" v="2791" actId="478"/>
          <ac:spMkLst>
            <pc:docMk/>
            <pc:sldMk cId="949133185" sldId="278"/>
            <ac:spMk id="9" creationId="{5A46A7F6-4891-833C-2C42-37BCC48BD4EC}"/>
          </ac:spMkLst>
        </pc:spChg>
        <pc:spChg chg="add del mod">
          <ac:chgData name="AlMasadeh, Ramez | Student" userId="6170ca4f-fdd0-4c87-bf15-8c567239ce61" providerId="ADAL" clId="{31BD6049-3996-48BA-A2DE-6C4DA87585B4}" dt="2025-12-21T23:14:56.194" v="2792" actId="478"/>
          <ac:spMkLst>
            <pc:docMk/>
            <pc:sldMk cId="949133185" sldId="278"/>
            <ac:spMk id="11" creationId="{1EB78FDA-A4B7-D841-1F44-651027813230}"/>
          </ac:spMkLst>
        </pc:spChg>
        <pc:spChg chg="add mod">
          <ac:chgData name="AlMasadeh, Ramez | Student" userId="6170ca4f-fdd0-4c87-bf15-8c567239ce61" providerId="ADAL" clId="{31BD6049-3996-48BA-A2DE-6C4DA87585B4}" dt="2025-12-22T10:06:48.521" v="3193" actId="164"/>
          <ac:spMkLst>
            <pc:docMk/>
            <pc:sldMk cId="949133185" sldId="278"/>
            <ac:spMk id="16" creationId="{B51365BC-A8C9-1139-9735-DD2BC4ED5D85}"/>
          </ac:spMkLst>
        </pc:spChg>
        <pc:spChg chg="add mod">
          <ac:chgData name="AlMasadeh, Ramez | Student" userId="6170ca4f-fdd0-4c87-bf15-8c567239ce61" providerId="ADAL" clId="{31BD6049-3996-48BA-A2DE-6C4DA87585B4}" dt="2025-12-22T10:06:55.208" v="3194" actId="1076"/>
          <ac:spMkLst>
            <pc:docMk/>
            <pc:sldMk cId="949133185" sldId="278"/>
            <ac:spMk id="17" creationId="{54817D2F-605C-2AF3-8B45-FEBFD3514E5A}"/>
          </ac:spMkLst>
        </pc:spChg>
        <pc:spChg chg="add">
          <ac:chgData name="AlMasadeh, Ramez | Student" userId="6170ca4f-fdd0-4c87-bf15-8c567239ce61" providerId="ADAL" clId="{31BD6049-3996-48BA-A2DE-6C4DA87585B4}" dt="2025-12-21T22:28:16.910" v="2747"/>
          <ac:spMkLst>
            <pc:docMk/>
            <pc:sldMk cId="949133185" sldId="278"/>
            <ac:spMk id="18" creationId="{73DBF1EE-0924-A7B6-1C4E-14FD86134D2D}"/>
          </ac:spMkLst>
        </pc:spChg>
        <pc:spChg chg="add">
          <ac:chgData name="AlMasadeh, Ramez | Student" userId="6170ca4f-fdd0-4c87-bf15-8c567239ce61" providerId="ADAL" clId="{31BD6049-3996-48BA-A2DE-6C4DA87585B4}" dt="2025-12-21T22:28:22.830" v="2748"/>
          <ac:spMkLst>
            <pc:docMk/>
            <pc:sldMk cId="949133185" sldId="278"/>
            <ac:spMk id="19" creationId="{5D2FF166-1E78-AB38-5B7B-D1CAF1A132B3}"/>
          </ac:spMkLst>
        </pc:spChg>
        <pc:grpChg chg="add mod">
          <ac:chgData name="AlMasadeh, Ramez | Student" userId="6170ca4f-fdd0-4c87-bf15-8c567239ce61" providerId="ADAL" clId="{31BD6049-3996-48BA-A2DE-6C4DA87585B4}" dt="2025-12-22T10:29:23.825" v="3225" actId="1076"/>
          <ac:grpSpMkLst>
            <pc:docMk/>
            <pc:sldMk cId="949133185" sldId="278"/>
            <ac:grpSpMk id="21" creationId="{03796201-B905-B84E-F154-22F7B56DB8A9}"/>
          </ac:grpSpMkLst>
        </pc:grpChg>
        <pc:graphicFrameChg chg="add mod modGraphic">
          <ac:chgData name="AlMasadeh, Ramez | Student" userId="6170ca4f-fdd0-4c87-bf15-8c567239ce61" providerId="ADAL" clId="{31BD6049-3996-48BA-A2DE-6C4DA87585B4}" dt="2025-12-22T10:29:23.825" v="3225" actId="1076"/>
          <ac:graphicFrameMkLst>
            <pc:docMk/>
            <pc:sldMk cId="949133185" sldId="278"/>
            <ac:graphicFrameMk id="20" creationId="{5B5D29F2-11B4-60E9-A676-12255229F70C}"/>
          </ac:graphicFrameMkLst>
        </pc:graphicFrameChg>
      </pc:sldChg>
      <pc:sldChg chg="addSp delSp modSp add mod">
        <pc:chgData name="AlMasadeh, Ramez | Student" userId="6170ca4f-fdd0-4c87-bf15-8c567239ce61" providerId="ADAL" clId="{31BD6049-3996-48BA-A2DE-6C4DA87585B4}" dt="2025-12-22T21:50:59.764" v="3859" actId="20577"/>
        <pc:sldMkLst>
          <pc:docMk/>
          <pc:sldMk cId="3537539455" sldId="279"/>
        </pc:sldMkLst>
        <pc:spChg chg="mod">
          <ac:chgData name="AlMasadeh, Ramez | Student" userId="6170ca4f-fdd0-4c87-bf15-8c567239ce61" providerId="ADAL" clId="{31BD6049-3996-48BA-A2DE-6C4DA87585B4}" dt="2025-12-18T22:06:58.859" v="1141" actId="20577"/>
          <ac:spMkLst>
            <pc:docMk/>
            <pc:sldMk cId="3537539455" sldId="279"/>
            <ac:spMk id="2" creationId="{4F870D90-1D1C-4A57-E338-DE371C429611}"/>
          </ac:spMkLst>
        </pc:spChg>
        <pc:spChg chg="add mod">
          <ac:chgData name="AlMasadeh, Ramez | Student" userId="6170ca4f-fdd0-4c87-bf15-8c567239ce61" providerId="ADAL" clId="{31BD6049-3996-48BA-A2DE-6C4DA87585B4}" dt="2025-12-21T23:21:01.549" v="2811" actId="164"/>
          <ac:spMkLst>
            <pc:docMk/>
            <pc:sldMk cId="3537539455" sldId="279"/>
            <ac:spMk id="5" creationId="{00000000-0000-0000-0000-000000000000}"/>
          </ac:spMkLst>
        </pc:spChg>
        <pc:spChg chg="add mod">
          <ac:chgData name="AlMasadeh, Ramez | Student" userId="6170ca4f-fdd0-4c87-bf15-8c567239ce61" providerId="ADAL" clId="{31BD6049-3996-48BA-A2DE-6C4DA87585B4}" dt="2025-12-22T10:09:16.259" v="3201" actId="14"/>
          <ac:spMkLst>
            <pc:docMk/>
            <pc:sldMk cId="3537539455" sldId="279"/>
            <ac:spMk id="6" creationId="{00000000-0000-0000-0000-000000000000}"/>
          </ac:spMkLst>
        </pc:spChg>
        <pc:spChg chg="add mod">
          <ac:chgData name="AlMasadeh, Ramez | Student" userId="6170ca4f-fdd0-4c87-bf15-8c567239ce61" providerId="ADAL" clId="{31BD6049-3996-48BA-A2DE-6C4DA87585B4}" dt="2025-12-22T10:07:15.829" v="3196" actId="113"/>
          <ac:spMkLst>
            <pc:docMk/>
            <pc:sldMk cId="3537539455" sldId="279"/>
            <ac:spMk id="8" creationId="{00000000-0000-0000-0000-000000000000}"/>
          </ac:spMkLst>
        </pc:spChg>
        <pc:spChg chg="add del mod">
          <ac:chgData name="AlMasadeh, Ramez | Student" userId="6170ca4f-fdd0-4c87-bf15-8c567239ce61" providerId="ADAL" clId="{31BD6049-3996-48BA-A2DE-6C4DA87585B4}" dt="2025-12-21T23:23:15.758" v="2824" actId="478"/>
          <ac:spMkLst>
            <pc:docMk/>
            <pc:sldMk cId="3537539455" sldId="279"/>
            <ac:spMk id="9" creationId="{00000000-0000-0000-0000-000000000000}"/>
          </ac:spMkLst>
        </pc:spChg>
        <pc:spChg chg="add mod">
          <ac:chgData name="AlMasadeh, Ramez | Student" userId="6170ca4f-fdd0-4c87-bf15-8c567239ce61" providerId="ADAL" clId="{31BD6049-3996-48BA-A2DE-6C4DA87585B4}" dt="2025-12-21T23:25:18.507" v="2951" actId="164"/>
          <ac:spMkLst>
            <pc:docMk/>
            <pc:sldMk cId="3537539455" sldId="279"/>
            <ac:spMk id="14" creationId="{00000000-0000-0000-0000-000000000000}"/>
          </ac:spMkLst>
        </pc:spChg>
        <pc:spChg chg="add mod">
          <ac:chgData name="AlMasadeh, Ramez | Student" userId="6170ca4f-fdd0-4c87-bf15-8c567239ce61" providerId="ADAL" clId="{31BD6049-3996-48BA-A2DE-6C4DA87585B4}" dt="2025-12-22T21:50:59.764" v="3859" actId="20577"/>
          <ac:spMkLst>
            <pc:docMk/>
            <pc:sldMk cId="3537539455" sldId="279"/>
            <ac:spMk id="15" creationId="{00000000-0000-0000-0000-000000000000}"/>
          </ac:spMkLst>
        </pc:spChg>
        <pc:spChg chg="add">
          <ac:chgData name="AlMasadeh, Ramez | Student" userId="6170ca4f-fdd0-4c87-bf15-8c567239ce61" providerId="ADAL" clId="{31BD6049-3996-48BA-A2DE-6C4DA87585B4}" dt="2025-12-21T23:21:09.893" v="2814"/>
          <ac:spMkLst>
            <pc:docMk/>
            <pc:sldMk cId="3537539455" sldId="279"/>
            <ac:spMk id="17" creationId="{8630693A-B325-A347-068D-9747EDE20DAD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1" creationId="{16EA974F-14F8-7BC0-ACFB-67447E40DFC8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2" creationId="{10403292-DDCD-25F7-4C7F-B1AD062C544F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3" creationId="{787D00A5-2C39-C1EB-DCDA-B4E17397063D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4" creationId="{9C0BDEA3-9738-F10C-166A-DFD52415B10B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5" creationId="{E1F43CEE-6D08-36A1-46FE-2976D45A7174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6" creationId="{75C28262-D49D-761E-2AD6-68A6803B6A12}"/>
          </ac:spMkLst>
        </pc:spChg>
        <pc:spChg chg="mod">
          <ac:chgData name="AlMasadeh, Ramez | Student" userId="6170ca4f-fdd0-4c87-bf15-8c567239ce61" providerId="ADAL" clId="{31BD6049-3996-48BA-A2DE-6C4DA87585B4}" dt="2025-12-21T23:28:25.349" v="2962"/>
          <ac:spMkLst>
            <pc:docMk/>
            <pc:sldMk cId="3537539455" sldId="279"/>
            <ac:spMk id="27" creationId="{612A1AE9-63A0-E44B-A598-BF7C72A309D0}"/>
          </ac:spMkLst>
        </pc:spChg>
        <pc:grpChg chg="add mod">
          <ac:chgData name="AlMasadeh, Ramez | Student" userId="6170ca4f-fdd0-4c87-bf15-8c567239ce61" providerId="ADAL" clId="{31BD6049-3996-48BA-A2DE-6C4DA87585B4}" dt="2025-12-21T23:25:52.991" v="2960" actId="14100"/>
          <ac:grpSpMkLst>
            <pc:docMk/>
            <pc:sldMk cId="3537539455" sldId="279"/>
            <ac:grpSpMk id="16" creationId="{5A68355B-670D-BE28-649F-BB84628DC2B7}"/>
          </ac:grpSpMkLst>
        </pc:grpChg>
        <pc:grpChg chg="add mod">
          <ac:chgData name="AlMasadeh, Ramez | Student" userId="6170ca4f-fdd0-4c87-bf15-8c567239ce61" providerId="ADAL" clId="{31BD6049-3996-48BA-A2DE-6C4DA87585B4}" dt="2025-12-21T23:25:56.751" v="2961" actId="1076"/>
          <ac:grpSpMkLst>
            <pc:docMk/>
            <pc:sldMk cId="3537539455" sldId="279"/>
            <ac:grpSpMk id="18" creationId="{535AB37F-1003-3DF7-66D7-A372EA3B9EB9}"/>
          </ac:grpSpMkLst>
        </pc:grpChg>
        <pc:grpChg chg="add mod">
          <ac:chgData name="AlMasadeh, Ramez | Student" userId="6170ca4f-fdd0-4c87-bf15-8c567239ce61" providerId="ADAL" clId="{31BD6049-3996-48BA-A2DE-6C4DA87585B4}" dt="2025-12-21T23:28:34.160" v="2964" actId="1076"/>
          <ac:grpSpMkLst>
            <pc:docMk/>
            <pc:sldMk cId="3537539455" sldId="279"/>
            <ac:grpSpMk id="19" creationId="{64EE27B3-916E-7A55-3778-617E840C2051}"/>
          </ac:grpSpMkLst>
        </pc:grpChg>
        <pc:grpChg chg="mod">
          <ac:chgData name="AlMasadeh, Ramez | Student" userId="6170ca4f-fdd0-4c87-bf15-8c567239ce61" providerId="ADAL" clId="{31BD6049-3996-48BA-A2DE-6C4DA87585B4}" dt="2025-12-21T23:28:25.349" v="2962"/>
          <ac:grpSpMkLst>
            <pc:docMk/>
            <pc:sldMk cId="3537539455" sldId="279"/>
            <ac:grpSpMk id="20" creationId="{7B43834C-A379-8C1E-D13F-4BC267176806}"/>
          </ac:grpSpMkLst>
        </pc:grpChg>
      </pc:sldChg>
      <pc:sldChg chg="addSp delSp modSp add mod ord">
        <pc:chgData name="AlMasadeh, Ramez | Student" userId="6170ca4f-fdd0-4c87-bf15-8c567239ce61" providerId="ADAL" clId="{31BD6049-3996-48BA-A2DE-6C4DA87585B4}" dt="2025-12-22T17:48:45.804" v="3354" actId="12"/>
        <pc:sldMkLst>
          <pc:docMk/>
          <pc:sldMk cId="3730319653" sldId="280"/>
        </pc:sldMkLst>
        <pc:spChg chg="add mod">
          <ac:chgData name="AlMasadeh, Ramez | Student" userId="6170ca4f-fdd0-4c87-bf15-8c567239ce61" providerId="ADAL" clId="{31BD6049-3996-48BA-A2DE-6C4DA87585B4}" dt="2025-12-22T17:18:01.911" v="3231" actId="164"/>
          <ac:spMkLst>
            <pc:docMk/>
            <pc:sldMk cId="3730319653" sldId="280"/>
            <ac:spMk id="2" creationId="{334888E5-0FC5-34BA-1890-78BF0E0A11E3}"/>
          </ac:spMkLst>
        </pc:spChg>
        <pc:spChg chg="mod">
          <ac:chgData name="AlMasadeh, Ramez | Student" userId="6170ca4f-fdd0-4c87-bf15-8c567239ce61" providerId="ADAL" clId="{31BD6049-3996-48BA-A2DE-6C4DA87585B4}" dt="2025-12-21T21:49:08.432" v="2722"/>
          <ac:spMkLst>
            <pc:docMk/>
            <pc:sldMk cId="3730319653" sldId="280"/>
            <ac:spMk id="3" creationId="{193367CC-721E-8143-2671-1808A220A700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4" creationId="{DF010DBC-2793-839D-0230-3D82969B7B24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5" creationId="{19205B4A-D741-0F1A-1CA1-F3B6511FC40C}"/>
          </ac:spMkLst>
        </pc:spChg>
        <pc:spChg chg="add">
          <ac:chgData name="AlMasadeh, Ramez | Student" userId="6170ca4f-fdd0-4c87-bf15-8c567239ce61" providerId="ADAL" clId="{31BD6049-3996-48BA-A2DE-6C4DA87585B4}" dt="2025-12-22T17:19:54.427" v="3237"/>
          <ac:spMkLst>
            <pc:docMk/>
            <pc:sldMk cId="3730319653" sldId="280"/>
            <ac:spMk id="6" creationId="{34D94DB8-7DB2-A849-76B4-3E5F455929E9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6" creationId="{8C80D180-3A2D-200E-FD75-1A2D2E0B2961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7" creationId="{177929AF-9E3D-FDF8-268D-5A86E34681BE}"/>
          </ac:spMkLst>
        </pc:spChg>
        <pc:spChg chg="add">
          <ac:chgData name="AlMasadeh, Ramez | Student" userId="6170ca4f-fdd0-4c87-bf15-8c567239ce61" providerId="ADAL" clId="{31BD6049-3996-48BA-A2DE-6C4DA87585B4}" dt="2025-12-22T17:19:59.447" v="3238"/>
          <ac:spMkLst>
            <pc:docMk/>
            <pc:sldMk cId="3730319653" sldId="280"/>
            <ac:spMk id="7" creationId="{AA457F77-6228-643C-21F5-64B218ACDFE2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8" creationId="{B17552FC-C2C0-B2CC-EB41-D315B1420A27}"/>
          </ac:spMkLst>
        </pc:spChg>
        <pc:spChg chg="add">
          <ac:chgData name="AlMasadeh, Ramez | Student" userId="6170ca4f-fdd0-4c87-bf15-8c567239ce61" providerId="ADAL" clId="{31BD6049-3996-48BA-A2DE-6C4DA87585B4}" dt="2025-12-22T17:36:37.605" v="3260"/>
          <ac:spMkLst>
            <pc:docMk/>
            <pc:sldMk cId="3730319653" sldId="280"/>
            <ac:spMk id="8" creationId="{E3553C0D-BC5F-BF7F-0E69-E70DA61CB745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9" creationId="{5C62F755-3351-0EC0-92C9-63D03ED710EE}"/>
          </ac:spMkLst>
        </pc:spChg>
        <pc:spChg chg="add">
          <ac:chgData name="AlMasadeh, Ramez | Student" userId="6170ca4f-fdd0-4c87-bf15-8c567239ce61" providerId="ADAL" clId="{31BD6049-3996-48BA-A2DE-6C4DA87585B4}" dt="2025-12-22T17:36:56.109" v="3265"/>
          <ac:spMkLst>
            <pc:docMk/>
            <pc:sldMk cId="3730319653" sldId="280"/>
            <ac:spMk id="9" creationId="{F2498A8B-C93E-373D-E0FD-40404D5B250A}"/>
          </ac:spMkLst>
        </pc:spChg>
        <pc:spChg chg="add mod">
          <ac:chgData name="AlMasadeh, Ramez | Student" userId="6170ca4f-fdd0-4c87-bf15-8c567239ce61" providerId="ADAL" clId="{31BD6049-3996-48BA-A2DE-6C4DA87585B4}" dt="2025-12-22T17:40:37.560" v="3322"/>
          <ac:spMkLst>
            <pc:docMk/>
            <pc:sldMk cId="3730319653" sldId="280"/>
            <ac:spMk id="10" creationId="{12014E7A-312F-7E0D-9BB0-314C5671B668}"/>
          </ac:spMkLst>
        </pc:spChg>
        <pc:spChg chg="add">
          <ac:chgData name="AlMasadeh, Ramez | Student" userId="6170ca4f-fdd0-4c87-bf15-8c567239ce61" providerId="ADAL" clId="{31BD6049-3996-48BA-A2DE-6C4DA87585B4}" dt="2025-12-22T17:37:09.453" v="3266"/>
          <ac:spMkLst>
            <pc:docMk/>
            <pc:sldMk cId="3730319653" sldId="280"/>
            <ac:spMk id="11" creationId="{4E40F4D9-B0C5-0647-6858-48CD6BD8607F}"/>
          </ac:spMkLst>
        </pc:spChg>
        <pc:spChg chg="del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11" creationId="{57F2B56A-AF88-15AE-40D3-F31ABC43105D}"/>
          </ac:spMkLst>
        </pc:spChg>
        <pc:spChg chg="add mod">
          <ac:chgData name="AlMasadeh, Ramez | Student" userId="6170ca4f-fdd0-4c87-bf15-8c567239ce61" providerId="ADAL" clId="{31BD6049-3996-48BA-A2DE-6C4DA87585B4}" dt="2025-12-22T17:18:18.876" v="3236" actId="164"/>
          <ac:spMkLst>
            <pc:docMk/>
            <pc:sldMk cId="3730319653" sldId="280"/>
            <ac:spMk id="12" creationId="{0CED9015-16E1-5054-9AC9-2CCA0AD663A3}"/>
          </ac:spMkLst>
        </pc:spChg>
        <pc:spChg chg="add mod">
          <ac:chgData name="AlMasadeh, Ramez | Student" userId="6170ca4f-fdd0-4c87-bf15-8c567239ce61" providerId="ADAL" clId="{31BD6049-3996-48BA-A2DE-6C4DA87585B4}" dt="2025-12-22T17:41:27.458" v="3335" actId="12"/>
          <ac:spMkLst>
            <pc:docMk/>
            <pc:sldMk cId="3730319653" sldId="280"/>
            <ac:spMk id="13" creationId="{AD5C387F-5C01-0219-89D9-FF79C8EAD21E}"/>
          </ac:spMkLst>
        </pc:spChg>
        <pc:spChg chg="add mod">
          <ac:chgData name="AlMasadeh, Ramez | Student" userId="6170ca4f-fdd0-4c87-bf15-8c567239ce61" providerId="ADAL" clId="{31BD6049-3996-48BA-A2DE-6C4DA87585B4}" dt="2025-12-21T22:39:51.711" v="2788" actId="1076"/>
          <ac:spMkLst>
            <pc:docMk/>
            <pc:sldMk cId="3730319653" sldId="280"/>
            <ac:spMk id="14" creationId="{A5B14A76-BC0F-0C42-E88C-DB90C8CA4694}"/>
          </ac:spMkLst>
        </pc:spChg>
        <pc:spChg chg="add mod">
          <ac:chgData name="AlMasadeh, Ramez | Student" userId="6170ca4f-fdd0-4c87-bf15-8c567239ce61" providerId="ADAL" clId="{31BD6049-3996-48BA-A2DE-6C4DA87585B4}" dt="2025-12-22T17:42:11.699" v="3345" actId="20577"/>
          <ac:spMkLst>
            <pc:docMk/>
            <pc:sldMk cId="3730319653" sldId="280"/>
            <ac:spMk id="15" creationId="{215B7A3C-32C3-C31E-8F73-48D1AFD04F69}"/>
          </ac:spMkLst>
        </pc:spChg>
        <pc:spChg chg="del mod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16" creationId="{0404E77C-C301-46E7-6A30-77B26AED21C0}"/>
          </ac:spMkLst>
        </pc:spChg>
        <pc:spChg chg="add">
          <ac:chgData name="AlMasadeh, Ramez | Student" userId="6170ca4f-fdd0-4c87-bf15-8c567239ce61" providerId="ADAL" clId="{31BD6049-3996-48BA-A2DE-6C4DA87585B4}" dt="2025-12-22T17:37:23.138" v="3269"/>
          <ac:spMkLst>
            <pc:docMk/>
            <pc:sldMk cId="3730319653" sldId="280"/>
            <ac:spMk id="16" creationId="{8453C23D-CE82-5CF9-6A0C-C5CA72462F41}"/>
          </ac:spMkLst>
        </pc:spChg>
        <pc:spChg chg="add">
          <ac:chgData name="AlMasadeh, Ramez | Student" userId="6170ca4f-fdd0-4c87-bf15-8c567239ce61" providerId="ADAL" clId="{31BD6049-3996-48BA-A2DE-6C4DA87585B4}" dt="2025-12-22T17:37:30.216" v="3270"/>
          <ac:spMkLst>
            <pc:docMk/>
            <pc:sldMk cId="3730319653" sldId="280"/>
            <ac:spMk id="17" creationId="{5F9CFF68-33C6-ABE5-B4FB-2B77682E5365}"/>
          </ac:spMkLst>
        </pc:spChg>
        <pc:spChg chg="del mod">
          <ac:chgData name="AlMasadeh, Ramez | Student" userId="6170ca4f-fdd0-4c87-bf15-8c567239ce61" providerId="ADAL" clId="{31BD6049-3996-48BA-A2DE-6C4DA87585B4}" dt="2025-12-21T22:38:51.903" v="2781" actId="478"/>
          <ac:spMkLst>
            <pc:docMk/>
            <pc:sldMk cId="3730319653" sldId="280"/>
            <ac:spMk id="17" creationId="{85A863A7-43DB-5A3A-900E-F773659C2F7E}"/>
          </ac:spMkLst>
        </pc:spChg>
        <pc:spChg chg="add mod">
          <ac:chgData name="AlMasadeh, Ramez | Student" userId="6170ca4f-fdd0-4c87-bf15-8c567239ce61" providerId="ADAL" clId="{31BD6049-3996-48BA-A2DE-6C4DA87585B4}" dt="2025-12-21T22:39:51.711" v="2788" actId="1076"/>
          <ac:spMkLst>
            <pc:docMk/>
            <pc:sldMk cId="3730319653" sldId="280"/>
            <ac:spMk id="18" creationId="{50293CA4-E340-CCB0-00AF-24A35DA1DE40}"/>
          </ac:spMkLst>
        </pc:spChg>
        <pc:spChg chg="add mod">
          <ac:chgData name="AlMasadeh, Ramez | Student" userId="6170ca4f-fdd0-4c87-bf15-8c567239ce61" providerId="ADAL" clId="{31BD6049-3996-48BA-A2DE-6C4DA87585B4}" dt="2025-12-22T17:48:45.804" v="3354" actId="12"/>
          <ac:spMkLst>
            <pc:docMk/>
            <pc:sldMk cId="3730319653" sldId="280"/>
            <ac:spMk id="19" creationId="{6D676DFA-68E1-4B52-A870-F76B7DBC3A21}"/>
          </ac:spMkLst>
        </pc:spChg>
        <pc:spChg chg="add del mod">
          <ac:chgData name="AlMasadeh, Ramez | Student" userId="6170ca4f-fdd0-4c87-bf15-8c567239ce61" providerId="ADAL" clId="{31BD6049-3996-48BA-A2DE-6C4DA87585B4}" dt="2025-12-22T17:38:58.163" v="3288" actId="478"/>
          <ac:spMkLst>
            <pc:docMk/>
            <pc:sldMk cId="3730319653" sldId="280"/>
            <ac:spMk id="20" creationId="{91CF7390-A281-F591-4E41-2540EE7098FF}"/>
          </ac:spMkLst>
        </pc:spChg>
        <pc:spChg chg="add del mod">
          <ac:chgData name="AlMasadeh, Ramez | Student" userId="6170ca4f-fdd0-4c87-bf15-8c567239ce61" providerId="ADAL" clId="{31BD6049-3996-48BA-A2DE-6C4DA87585B4}" dt="2025-12-22T17:39:00.442" v="3289" actId="478"/>
          <ac:spMkLst>
            <pc:docMk/>
            <pc:sldMk cId="3730319653" sldId="280"/>
            <ac:spMk id="21" creationId="{DFC82728-8F46-D48F-1EB9-7A2935AFE2DA}"/>
          </ac:spMkLst>
        </pc:spChg>
        <pc:grpChg chg="add mod">
          <ac:chgData name="AlMasadeh, Ramez | Student" userId="6170ca4f-fdd0-4c87-bf15-8c567239ce61" providerId="ADAL" clId="{31BD6049-3996-48BA-A2DE-6C4DA87585B4}" dt="2025-12-22T17:40:42.182" v="3323" actId="14100"/>
          <ac:grpSpMkLst>
            <pc:docMk/>
            <pc:sldMk cId="3730319653" sldId="280"/>
            <ac:grpSpMk id="4" creationId="{5D45D205-EB8B-4A0E-602C-8699F3873559}"/>
          </ac:grpSpMkLst>
        </pc:grpChg>
        <pc:grpChg chg="add mod">
          <ac:chgData name="AlMasadeh, Ramez | Student" userId="6170ca4f-fdd0-4c87-bf15-8c567239ce61" providerId="ADAL" clId="{31BD6049-3996-48BA-A2DE-6C4DA87585B4}" dt="2025-12-22T17:41:58.506" v="3343" actId="14100"/>
          <ac:grpSpMkLst>
            <pc:docMk/>
            <pc:sldMk cId="3730319653" sldId="280"/>
            <ac:grpSpMk id="5" creationId="{B75AEAD4-B50D-D517-9B88-C4CBD6748953}"/>
          </ac:grpSpMkLst>
        </pc:grpChg>
      </pc:sldChg>
      <pc:sldChg chg="addSp delSp modSp add mod ord">
        <pc:chgData name="AlMasadeh, Ramez | Student" userId="6170ca4f-fdd0-4c87-bf15-8c567239ce61" providerId="ADAL" clId="{31BD6049-3996-48BA-A2DE-6C4DA87585B4}" dt="2025-12-22T21:23:20.995" v="3823"/>
        <pc:sldMkLst>
          <pc:docMk/>
          <pc:sldMk cId="3260998636" sldId="281"/>
        </pc:sldMkLst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2" creationId="{CF5C4757-0574-39FD-3B73-D3314D68A15C}"/>
          </ac:spMkLst>
        </pc:spChg>
        <pc:spChg chg="mod">
          <ac:chgData name="AlMasadeh, Ramez | Student" userId="6170ca4f-fdd0-4c87-bf15-8c567239ce61" providerId="ADAL" clId="{31BD6049-3996-48BA-A2DE-6C4DA87585B4}" dt="2025-12-21T21:48:20.350" v="2721"/>
          <ac:spMkLst>
            <pc:docMk/>
            <pc:sldMk cId="3260998636" sldId="281"/>
            <ac:spMk id="3" creationId="{683BBA48-C488-F7A7-399D-593468A3A227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4" creationId="{74C285A6-8886-AA83-7B04-FED4CCA13C96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5" creationId="{9C29C965-2406-457F-0446-D920C7E97E8E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6" creationId="{606D5F57-D09F-EE83-7D9F-55E44472ADB4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7" creationId="{21674C35-5D15-6A20-2686-A449B967C7AD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8" creationId="{83DA1EF2-BDEA-8DA7-4CF1-0527FDB8E2C8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9" creationId="{9669ADF2-6535-9C98-991A-530949700992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0" creationId="{82EDA174-D6BF-76C1-1D8C-19C36E79B14A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11" creationId="{F3CB447E-E4DF-B052-5732-CAAA50C666F3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2" creationId="{C8CE41A6-F7F6-5B8C-6D81-7E078855EAF3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3" creationId="{EA86AC7B-6C1D-E7F4-28FF-27A3A423F82B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4" creationId="{17AAE26E-5E4B-A738-5E2B-F35C32B47540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5" creationId="{F1DF5885-018E-AB04-34BB-4FFA25C9172F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16" creationId="{0870779E-2DC0-957E-9091-61CD9D576F42}"/>
          </ac:spMkLst>
        </pc:spChg>
        <pc:spChg chg="del">
          <ac:chgData name="AlMasadeh, Ramez | Student" userId="6170ca4f-fdd0-4c87-bf15-8c567239ce61" providerId="ADAL" clId="{31BD6049-3996-48BA-A2DE-6C4DA87585B4}" dt="2025-12-21T22:38:06.406" v="2776" actId="478"/>
          <ac:spMkLst>
            <pc:docMk/>
            <pc:sldMk cId="3260998636" sldId="281"/>
            <ac:spMk id="17" creationId="{5FF389E8-FCB0-B6BF-C146-22284B484D57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8" creationId="{C8F6FB9B-EAA1-FC8D-2D83-0B69D405ED6A}"/>
          </ac:spMkLst>
        </pc:spChg>
        <pc:spChg chg="add mod">
          <ac:chgData name="AlMasadeh, Ramez | Student" userId="6170ca4f-fdd0-4c87-bf15-8c567239ce61" providerId="ADAL" clId="{31BD6049-3996-48BA-A2DE-6C4DA87585B4}" dt="2025-12-21T22:38:03.692" v="2775"/>
          <ac:spMkLst>
            <pc:docMk/>
            <pc:sldMk cId="3260998636" sldId="281"/>
            <ac:spMk id="19" creationId="{24CC4542-0CEA-4FB1-7250-F07EA6F8FD02}"/>
          </ac:spMkLst>
        </pc:spChg>
        <pc:spChg chg="add mod">
          <ac:chgData name="AlMasadeh, Ramez | Student" userId="6170ca4f-fdd0-4c87-bf15-8c567239ce61" providerId="ADAL" clId="{31BD6049-3996-48BA-A2DE-6C4DA87585B4}" dt="2025-12-22T09:37:02.478" v="3038" actId="164"/>
          <ac:spMkLst>
            <pc:docMk/>
            <pc:sldMk cId="3260998636" sldId="281"/>
            <ac:spMk id="20" creationId="{A35FDE25-7394-2CE9-38BB-3EDBA948002A}"/>
          </ac:spMkLst>
        </pc:spChg>
        <pc:spChg chg="add mod">
          <ac:chgData name="AlMasadeh, Ramez | Student" userId="6170ca4f-fdd0-4c87-bf15-8c567239ce61" providerId="ADAL" clId="{31BD6049-3996-48BA-A2DE-6C4DA87585B4}" dt="2025-12-22T09:39:32.111" v="3135" actId="20577"/>
          <ac:spMkLst>
            <pc:docMk/>
            <pc:sldMk cId="3260998636" sldId="281"/>
            <ac:spMk id="21" creationId="{7F5735BF-9650-7AF0-1C1B-2ADF44E8B4CF}"/>
          </ac:spMkLst>
        </pc:spChg>
        <pc:spChg chg="add mod">
          <ac:chgData name="AlMasadeh, Ramez | Student" userId="6170ca4f-fdd0-4c87-bf15-8c567239ce61" providerId="ADAL" clId="{31BD6049-3996-48BA-A2DE-6C4DA87585B4}" dt="2025-12-22T18:02:41.843" v="3379" actId="1076"/>
          <ac:spMkLst>
            <pc:docMk/>
            <pc:sldMk cId="3260998636" sldId="281"/>
            <ac:spMk id="22" creationId="{0F9F5606-5B07-89D7-0E6B-077BAD621452}"/>
          </ac:spMkLst>
        </pc:spChg>
        <pc:spChg chg="add mod">
          <ac:chgData name="AlMasadeh, Ramez | Student" userId="6170ca4f-fdd0-4c87-bf15-8c567239ce61" providerId="ADAL" clId="{31BD6049-3996-48BA-A2DE-6C4DA87585B4}" dt="2025-12-22T18:03:10.858" v="3381" actId="113"/>
          <ac:spMkLst>
            <pc:docMk/>
            <pc:sldMk cId="3260998636" sldId="281"/>
            <ac:spMk id="23" creationId="{86F96695-93E8-1ACE-9798-F733E5CAC407}"/>
          </ac:spMkLst>
        </pc:spChg>
        <pc:spChg chg="add mod">
          <ac:chgData name="AlMasadeh, Ramez | Student" userId="6170ca4f-fdd0-4c87-bf15-8c567239ce61" providerId="ADAL" clId="{31BD6049-3996-48BA-A2DE-6C4DA87585B4}" dt="2025-12-22T18:02:41.843" v="3379" actId="1076"/>
          <ac:spMkLst>
            <pc:docMk/>
            <pc:sldMk cId="3260998636" sldId="281"/>
            <ac:spMk id="24" creationId="{345D9AB1-A504-578C-774E-13A6AB0513FA}"/>
          </ac:spMkLst>
        </pc:spChg>
        <pc:spChg chg="add mod">
          <ac:chgData name="AlMasadeh, Ramez | Student" userId="6170ca4f-fdd0-4c87-bf15-8c567239ce61" providerId="ADAL" clId="{31BD6049-3996-48BA-A2DE-6C4DA87585B4}" dt="2025-12-22T18:02:41.843" v="3379" actId="1076"/>
          <ac:spMkLst>
            <pc:docMk/>
            <pc:sldMk cId="3260998636" sldId="281"/>
            <ac:spMk id="25" creationId="{07BEC14F-66C8-8BEC-BCDE-7DE5D5B34747}"/>
          </ac:spMkLst>
        </pc:spChg>
        <pc:spChg chg="add del mod">
          <ac:chgData name="AlMasadeh, Ramez | Student" userId="6170ca4f-fdd0-4c87-bf15-8c567239ce61" providerId="ADAL" clId="{31BD6049-3996-48BA-A2DE-6C4DA87585B4}" dt="2025-12-22T18:02:34.779" v="3377" actId="478"/>
          <ac:spMkLst>
            <pc:docMk/>
            <pc:sldMk cId="3260998636" sldId="281"/>
            <ac:spMk id="26" creationId="{0A7B522D-0CE4-0AFA-D050-A7A2F474483A}"/>
          </ac:spMkLst>
        </pc:spChg>
        <pc:spChg chg="add del mod">
          <ac:chgData name="AlMasadeh, Ramez | Student" userId="6170ca4f-fdd0-4c87-bf15-8c567239ce61" providerId="ADAL" clId="{31BD6049-3996-48BA-A2DE-6C4DA87585B4}" dt="2025-12-22T18:02:37.471" v="3378" actId="478"/>
          <ac:spMkLst>
            <pc:docMk/>
            <pc:sldMk cId="3260998636" sldId="281"/>
            <ac:spMk id="27" creationId="{C6370BC0-74B4-B8C8-0A55-A4F9A3C326B7}"/>
          </ac:spMkLst>
        </pc:spChg>
        <pc:spChg chg="add">
          <ac:chgData name="AlMasadeh, Ramez | Student" userId="6170ca4f-fdd0-4c87-bf15-8c567239ce61" providerId="ADAL" clId="{31BD6049-3996-48BA-A2DE-6C4DA87585B4}" dt="2025-12-22T09:37:16.577" v="3098"/>
          <ac:spMkLst>
            <pc:docMk/>
            <pc:sldMk cId="3260998636" sldId="281"/>
            <ac:spMk id="29" creationId="{C327B476-E8C2-D70F-0D5B-369C9BFF8C64}"/>
          </ac:spMkLst>
        </pc:spChg>
        <pc:spChg chg="add">
          <ac:chgData name="AlMasadeh, Ramez | Student" userId="6170ca4f-fdd0-4c87-bf15-8c567239ce61" providerId="ADAL" clId="{31BD6049-3996-48BA-A2DE-6C4DA87585B4}" dt="2025-12-22T09:37:41.576" v="3101"/>
          <ac:spMkLst>
            <pc:docMk/>
            <pc:sldMk cId="3260998636" sldId="281"/>
            <ac:spMk id="30" creationId="{7057BC07-57BF-9478-B841-DE42C4F52655}"/>
          </ac:spMkLst>
        </pc:spChg>
        <pc:spChg chg="add">
          <ac:chgData name="AlMasadeh, Ramez | Student" userId="6170ca4f-fdd0-4c87-bf15-8c567239ce61" providerId="ADAL" clId="{31BD6049-3996-48BA-A2DE-6C4DA87585B4}" dt="2025-12-22T09:38:09.943" v="3105"/>
          <ac:spMkLst>
            <pc:docMk/>
            <pc:sldMk cId="3260998636" sldId="281"/>
            <ac:spMk id="31" creationId="{BDB0E28C-3C5A-FA7C-5676-5D05F4F22E59}"/>
          </ac:spMkLst>
        </pc:spChg>
        <pc:spChg chg="add">
          <ac:chgData name="AlMasadeh, Ramez | Student" userId="6170ca4f-fdd0-4c87-bf15-8c567239ce61" providerId="ADAL" clId="{31BD6049-3996-48BA-A2DE-6C4DA87585B4}" dt="2025-12-22T09:38:17.193" v="3106"/>
          <ac:spMkLst>
            <pc:docMk/>
            <pc:sldMk cId="3260998636" sldId="281"/>
            <ac:spMk id="32" creationId="{B24C4457-2136-D128-ED82-4DE82CF2C2FE}"/>
          </ac:spMkLst>
        </pc:spChg>
        <pc:spChg chg="add">
          <ac:chgData name="AlMasadeh, Ramez | Student" userId="6170ca4f-fdd0-4c87-bf15-8c567239ce61" providerId="ADAL" clId="{31BD6049-3996-48BA-A2DE-6C4DA87585B4}" dt="2025-12-22T09:45:40.075" v="3146"/>
          <ac:spMkLst>
            <pc:docMk/>
            <pc:sldMk cId="3260998636" sldId="281"/>
            <ac:spMk id="33" creationId="{8FDAF33F-047E-62D1-FA2D-C22547775EEE}"/>
          </ac:spMkLst>
        </pc:spChg>
        <pc:spChg chg="add">
          <ac:chgData name="AlMasadeh, Ramez | Student" userId="6170ca4f-fdd0-4c87-bf15-8c567239ce61" providerId="ADAL" clId="{31BD6049-3996-48BA-A2DE-6C4DA87585B4}" dt="2025-12-22T09:45:46.404" v="3149"/>
          <ac:spMkLst>
            <pc:docMk/>
            <pc:sldMk cId="3260998636" sldId="281"/>
            <ac:spMk id="34" creationId="{5F18CC87-28FD-5140-6511-4D3B2AD33EF6}"/>
          </ac:spMkLst>
        </pc:spChg>
        <pc:grpChg chg="add mod">
          <ac:chgData name="AlMasadeh, Ramez | Student" userId="6170ca4f-fdd0-4c87-bf15-8c567239ce61" providerId="ADAL" clId="{31BD6049-3996-48BA-A2DE-6C4DA87585B4}" dt="2025-12-22T18:06:51.923" v="3382" actId="1076"/>
          <ac:grpSpMkLst>
            <pc:docMk/>
            <pc:sldMk cId="3260998636" sldId="281"/>
            <ac:grpSpMk id="28" creationId="{21474CB3-A3DF-049B-A2A5-73487F37E362}"/>
          </ac:grpSpMkLst>
        </pc:grpChg>
      </pc:sldChg>
      <pc:sldChg chg="new del">
        <pc:chgData name="AlMasadeh, Ramez | Student" userId="6170ca4f-fdd0-4c87-bf15-8c567239ce61" providerId="ADAL" clId="{31BD6049-3996-48BA-A2DE-6C4DA87585B4}" dt="2025-12-22T10:21:03.613" v="3220" actId="47"/>
        <pc:sldMkLst>
          <pc:docMk/>
          <pc:sldMk cId="1109880233" sldId="282"/>
        </pc:sldMkLst>
      </pc:sldChg>
      <pc:sldMasterChg chg="addSp modSp addSldLayout modSldLayout">
        <pc:chgData name="AlMasadeh, Ramez | Student" userId="6170ca4f-fdd0-4c87-bf15-8c567239ce61" providerId="ADAL" clId="{31BD6049-3996-48BA-A2DE-6C4DA87585B4}" dt="2025-12-22T18:02:06.067" v="3376" actId="1076"/>
        <pc:sldMasterMkLst>
          <pc:docMk/>
          <pc:sldMasterMk cId="0" sldId="2147483648"/>
        </pc:sldMasterMkLst>
        <pc:sldLayoutChg chg="addSp delSp modSp mod setBg">
          <pc:chgData name="AlMasadeh, Ramez | Student" userId="6170ca4f-fdd0-4c87-bf15-8c567239ce61" providerId="ADAL" clId="{31BD6049-3996-48BA-A2DE-6C4DA87585B4}" dt="2025-12-18T20:34:55.028" v="37"/>
          <pc:sldLayoutMkLst>
            <pc:docMk/>
            <pc:sldMasterMk cId="0" sldId="2147483648"/>
            <pc:sldLayoutMk cId="0" sldId="2147483649"/>
          </pc:sldLayoutMkLst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2" creationId="{625853BF-E192-1DE2-19AB-77074754D975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3" creationId="{934CB580-40FE-CD9E-D80B-67ED46243749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8" creationId="{8979A16A-E425-45A2-E088-20A1AA2961F4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9" creationId="{685EDA42-78BD-6938-8C58-3BCDD0B1526D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10" creationId="{9F54425B-98AA-3993-DAE7-9C3C6FA443D3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13" creationId="{3A0D5A4A-8816-3560-30FC-94C4059966EB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14" creationId="{89362F0C-01C3-8D01-AA2D-3EEBD50AA7CA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15" creationId="{FC816C89-0281-2F79-FAA5-F5B1F73223D4}"/>
            </ac:spMkLst>
          </pc:spChg>
          <pc:spChg chg="add mod">
            <ac:chgData name="AlMasadeh, Ramez | Student" userId="6170ca4f-fdd0-4c87-bf15-8c567239ce61" providerId="ADAL" clId="{31BD6049-3996-48BA-A2DE-6C4DA87585B4}" dt="2025-12-18T20:34:29.796" v="35"/>
            <ac:spMkLst>
              <pc:docMk/>
              <pc:sldMasterMk cId="0" sldId="2147483648"/>
              <pc:sldLayoutMk cId="0" sldId="2147483649"/>
              <ac:spMk id="16" creationId="{2EAEA6AC-DB8E-C09C-63D3-956C10BE5BD0}"/>
            </ac:spMkLst>
          </pc:spChg>
          <pc:picChg chg="mod">
            <ac:chgData name="AlMasadeh, Ramez | Student" userId="6170ca4f-fdd0-4c87-bf15-8c567239ce61" providerId="ADAL" clId="{31BD6049-3996-48BA-A2DE-6C4DA87585B4}" dt="2025-12-18T20:34:55.028" v="37"/>
            <ac:picMkLst>
              <pc:docMk/>
              <pc:sldMasterMk cId="0" sldId="2147483648"/>
              <pc:sldLayoutMk cId="0" sldId="2147483649"/>
              <ac:picMk id="5" creationId="{4170D6D7-CB89-02C8-8C86-4E91E98A24CE}"/>
            </ac:picMkLst>
          </pc:picChg>
        </pc:sldLayoutChg>
        <pc:sldLayoutChg chg="addSp delSp modSp add mod modTransition">
          <pc:chgData name="AlMasadeh, Ramez | Student" userId="6170ca4f-fdd0-4c87-bf15-8c567239ce61" providerId="ADAL" clId="{31BD6049-3996-48BA-A2DE-6C4DA87585B4}" dt="2025-12-22T18:02:06.067" v="3376" actId="1076"/>
          <pc:sldLayoutMkLst>
            <pc:docMk/>
            <pc:sldMasterMk cId="0" sldId="2147483648"/>
            <pc:sldLayoutMk cId="262177365" sldId="2147483650"/>
          </pc:sldLayoutMkLst>
          <pc:spChg chg="add mod">
            <ac:chgData name="AlMasadeh, Ramez | Student" userId="6170ca4f-fdd0-4c87-bf15-8c567239ce61" providerId="ADAL" clId="{31BD6049-3996-48BA-A2DE-6C4DA87585B4}" dt="2025-12-18T20:37:02.972" v="60" actId="164"/>
            <ac:spMkLst>
              <pc:docMk/>
              <pc:sldMasterMk cId="0" sldId="2147483648"/>
              <pc:sldLayoutMk cId="262177365" sldId="2147483650"/>
              <ac:spMk id="2" creationId="{B4309008-56C3-2351-C663-3A389742F88E}"/>
            </ac:spMkLst>
          </pc:spChg>
          <pc:spChg chg="add mod">
            <ac:chgData name="AlMasadeh, Ramez | Student" userId="6170ca4f-fdd0-4c87-bf15-8c567239ce61" providerId="ADAL" clId="{31BD6049-3996-48BA-A2DE-6C4DA87585B4}" dt="2025-12-18T20:37:02.972" v="60" actId="164"/>
            <ac:spMkLst>
              <pc:docMk/>
              <pc:sldMasterMk cId="0" sldId="2147483648"/>
              <pc:sldLayoutMk cId="262177365" sldId="2147483650"/>
              <ac:spMk id="3" creationId="{95ABB840-DB74-8199-3074-B9F0D453CF50}"/>
            </ac:spMkLst>
          </pc:spChg>
          <pc:spChg chg="add mod">
            <ac:chgData name="AlMasadeh, Ramez | Student" userId="6170ca4f-fdd0-4c87-bf15-8c567239ce61" providerId="ADAL" clId="{31BD6049-3996-48BA-A2DE-6C4DA87585B4}" dt="2025-12-18T20:34:58.290" v="38"/>
            <ac:spMkLst>
              <pc:docMk/>
              <pc:sldMasterMk cId="0" sldId="2147483648"/>
              <pc:sldLayoutMk cId="262177365" sldId="2147483650"/>
              <ac:spMk id="6" creationId="{056436AF-A3D4-3319-B829-2642EA681F70}"/>
            </ac:spMkLst>
          </pc:spChg>
          <pc:spChg chg="add mod">
            <ac:chgData name="AlMasadeh, Ramez | Student" userId="6170ca4f-fdd0-4c87-bf15-8c567239ce61" providerId="ADAL" clId="{31BD6049-3996-48BA-A2DE-6C4DA87585B4}" dt="2025-12-18T20:37:02.972" v="60" actId="164"/>
            <ac:spMkLst>
              <pc:docMk/>
              <pc:sldMasterMk cId="0" sldId="2147483648"/>
              <pc:sldLayoutMk cId="262177365" sldId="2147483650"/>
              <ac:spMk id="17" creationId="{1BAF2E52-A987-F0AF-2A80-996E8CF9977F}"/>
            </ac:spMkLst>
          </pc:spChg>
          <pc:spChg chg="add mod">
            <ac:chgData name="AlMasadeh, Ramez | Student" userId="6170ca4f-fdd0-4c87-bf15-8c567239ce61" providerId="ADAL" clId="{31BD6049-3996-48BA-A2DE-6C4DA87585B4}" dt="2025-12-18T20:37:41.261" v="64" actId="1076"/>
            <ac:spMkLst>
              <pc:docMk/>
              <pc:sldMasterMk cId="0" sldId="2147483648"/>
              <pc:sldLayoutMk cId="262177365" sldId="2147483650"/>
              <ac:spMk id="19" creationId="{1B5A4389-0FBB-A6E8-A04F-1CEE2EC6CBA0}"/>
            </ac:spMkLst>
          </pc:spChg>
          <pc:grpChg chg="add mod">
            <ac:chgData name="AlMasadeh, Ramez | Student" userId="6170ca4f-fdd0-4c87-bf15-8c567239ce61" providerId="ADAL" clId="{31BD6049-3996-48BA-A2DE-6C4DA87585B4}" dt="2025-12-22T10:01:51.003" v="3182" actId="14861"/>
            <ac:grpSpMkLst>
              <pc:docMk/>
              <pc:sldMasterMk cId="0" sldId="2147483648"/>
              <pc:sldLayoutMk cId="262177365" sldId="2147483650"/>
              <ac:grpSpMk id="18" creationId="{F4AB853A-F09E-3B47-A1A9-C11024C65962}"/>
            </ac:grpSpMkLst>
          </pc:grpChg>
          <pc:picChg chg="mod">
            <ac:chgData name="AlMasadeh, Ramez | Student" userId="6170ca4f-fdd0-4c87-bf15-8c567239ce61" providerId="ADAL" clId="{31BD6049-3996-48BA-A2DE-6C4DA87585B4}" dt="2025-12-22T18:02:06.067" v="3376" actId="1076"/>
            <ac:picMkLst>
              <pc:docMk/>
              <pc:sldMasterMk cId="0" sldId="2147483648"/>
              <pc:sldLayoutMk cId="262177365" sldId="2147483650"/>
              <ac:picMk id="5" creationId="{EF5C3C55-C119-7E04-CEDF-C9324FF8B4C6}"/>
            </ac:picMkLst>
          </pc:picChg>
          <pc:picChg chg="mod">
            <ac:chgData name="AlMasadeh, Ramez | Student" userId="6170ca4f-fdd0-4c87-bf15-8c567239ce61" providerId="ADAL" clId="{31BD6049-3996-48BA-A2DE-6C4DA87585B4}" dt="2025-12-22T18:02:06.067" v="3376" actId="1076"/>
            <ac:picMkLst>
              <pc:docMk/>
              <pc:sldMasterMk cId="0" sldId="2147483648"/>
              <pc:sldLayoutMk cId="262177365" sldId="2147483650"/>
              <ac:picMk id="7" creationId="{DC92F8A1-18A9-22FC-A529-F5A305F60DD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77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5853BF-E192-1DE2-19AB-77074754D975}"/>
              </a:ext>
            </a:extLst>
          </p:cNvPr>
          <p:cNvSpPr/>
          <p:nvPr userDrawn="1"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80C0"/>
          </a:solidFill>
          <a:ln w="12700">
            <a:solidFill>
              <a:srgbClr val="008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CB580-40FE-CD9E-D80B-67ED46243749}"/>
              </a:ext>
            </a:extLst>
          </p:cNvPr>
          <p:cNvSpPr/>
          <p:nvPr userDrawn="1"/>
        </p:nvSpPr>
        <p:spPr>
          <a:xfrm>
            <a:off x="0" y="0"/>
            <a:ext cx="164592" cy="566928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GJU.png">
            <a:extLst>
              <a:ext uri="{FF2B5EF4-FFF2-40B4-BE49-F238E27FC236}">
                <a16:creationId xmlns:a16="http://schemas.microsoft.com/office/drawing/2014/main" id="{4170D6D7-CB89-02C8-8C86-4E91E98A24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706" y="54864"/>
            <a:ext cx="553218" cy="457200"/>
          </a:xfrm>
          <a:prstGeom prst="rect">
            <a:avLst/>
          </a:prstGeom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900EB5C4-E72F-9F6F-72D9-F74644FE89B9}"/>
              </a:ext>
            </a:extLst>
          </p:cNvPr>
          <p:cNvSpPr/>
          <p:nvPr userDrawn="1"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MI_Logo.png">
            <a:extLst>
              <a:ext uri="{FF2B5EF4-FFF2-40B4-BE49-F238E27FC236}">
                <a16:creationId xmlns:a16="http://schemas.microsoft.com/office/drawing/2014/main" id="{B04AE1FD-A1AC-5C97-8585-3AF58D7763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" y="6519672"/>
            <a:ext cx="274320" cy="274320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8979A16A-E425-45A2-E088-20A1AA2961F4}"/>
              </a:ext>
            </a:extLst>
          </p:cNvPr>
          <p:cNvSpPr/>
          <p:nvPr userDrawn="1"/>
        </p:nvSpPr>
        <p:spPr>
          <a:xfrm>
            <a:off x="640080" y="1051560"/>
            <a:ext cx="553212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5EDA42-78BD-6938-8C58-3BCDD0B1526D}"/>
              </a:ext>
            </a:extLst>
          </p:cNvPr>
          <p:cNvSpPr/>
          <p:nvPr userDrawn="1"/>
        </p:nvSpPr>
        <p:spPr>
          <a:xfrm>
            <a:off x="804672" y="1161288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[Plot 1: Time-series (state vs estimate)]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F54425B-98AA-3993-DAE7-9C3C6FA443D3}"/>
              </a:ext>
            </a:extLst>
          </p:cNvPr>
          <p:cNvSpPr/>
          <p:nvPr userDrawn="1"/>
        </p:nvSpPr>
        <p:spPr>
          <a:xfrm>
            <a:off x="6309360" y="1051560"/>
            <a:ext cx="553212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54E0A62-95CB-A717-D932-86FD5E9141EF}"/>
              </a:ext>
            </a:extLst>
          </p:cNvPr>
          <p:cNvSpPr/>
          <p:nvPr userDrawn="1"/>
        </p:nvSpPr>
        <p:spPr>
          <a:xfrm>
            <a:off x="6473952" y="1161288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[Plot 2: RMSE vs time (or vs dimension)]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C126E34-92E1-B7EA-E00F-B7EC5D35A1DB}"/>
              </a:ext>
            </a:extLst>
          </p:cNvPr>
          <p:cNvSpPr/>
          <p:nvPr userDrawn="1"/>
        </p:nvSpPr>
        <p:spPr>
          <a:xfrm>
            <a:off x="640080" y="3657600"/>
            <a:ext cx="553212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0D5A4A-8816-3560-30FC-94C4059966EB}"/>
              </a:ext>
            </a:extLst>
          </p:cNvPr>
          <p:cNvSpPr/>
          <p:nvPr userDrawn="1"/>
        </p:nvSpPr>
        <p:spPr>
          <a:xfrm>
            <a:off x="804672" y="3767328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[Plot 3: NEES/NIS consistency check]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9362F0C-01C3-8D01-AA2D-3EEBD50AA7CA}"/>
              </a:ext>
            </a:extLst>
          </p:cNvPr>
          <p:cNvSpPr/>
          <p:nvPr userDrawn="1"/>
        </p:nvSpPr>
        <p:spPr>
          <a:xfrm>
            <a:off x="6309360" y="3657600"/>
            <a:ext cx="5532120" cy="24231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C816C89-0281-2F79-FAA5-F5B1F73223D4}"/>
              </a:ext>
            </a:extLst>
          </p:cNvPr>
          <p:cNvSpPr/>
          <p:nvPr userDrawn="1"/>
        </p:nvSpPr>
        <p:spPr>
          <a:xfrm>
            <a:off x="6473952" y="3767328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[Plot 4: Innovation whiteness / residual analysis]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EAEA6AC-DB8E-C09C-63D3-956C10BE5BD0}"/>
              </a:ext>
            </a:extLst>
          </p:cNvPr>
          <p:cNvSpPr/>
          <p:nvPr userDrawn="1"/>
        </p:nvSpPr>
        <p:spPr>
          <a:xfrm>
            <a:off x="640080" y="6126480"/>
            <a:ext cx="11201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plot: write 1 sentence → “This shows … therefore it means …”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mnt/data/GJU.png">
            <a:extLst>
              <a:ext uri="{FF2B5EF4-FFF2-40B4-BE49-F238E27FC236}">
                <a16:creationId xmlns:a16="http://schemas.microsoft.com/office/drawing/2014/main" id="{EF5C3C55-C119-7E04-CEDF-C9324FF8B4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436044" y="6264"/>
            <a:ext cx="670831" cy="554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056436AF-A3D4-3319-B829-2642EA681F70}"/>
              </a:ext>
            </a:extLst>
          </p:cNvPr>
          <p:cNvSpPr/>
          <p:nvPr userDrawn="1"/>
        </p:nvSpPr>
        <p:spPr>
          <a:xfrm>
            <a:off x="0" y="6446520"/>
            <a:ext cx="12191695" cy="274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MI_Logo.png">
            <a:extLst>
              <a:ext uri="{FF2B5EF4-FFF2-40B4-BE49-F238E27FC236}">
                <a16:creationId xmlns:a16="http://schemas.microsoft.com/office/drawing/2014/main" id="{DC92F8A1-18A9-22FC-A529-F5A305F60D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4511" y="7446"/>
            <a:ext cx="553218" cy="5532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4AB853A-F09E-3B47-A1A9-C11024C65962}"/>
              </a:ext>
            </a:extLst>
          </p:cNvPr>
          <p:cNvGrpSpPr/>
          <p:nvPr userDrawn="1"/>
        </p:nvGrpSpPr>
        <p:grpSpPr>
          <a:xfrm>
            <a:off x="-1" y="560664"/>
            <a:ext cx="12192001" cy="782119"/>
            <a:chOff x="-1" y="775855"/>
            <a:chExt cx="12192001" cy="566928"/>
          </a:xfrm>
          <a:effectLst/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B4309008-56C3-2351-C663-3A389742F88E}"/>
                </a:ext>
              </a:extLst>
            </p:cNvPr>
            <p:cNvSpPr/>
            <p:nvPr userDrawn="1"/>
          </p:nvSpPr>
          <p:spPr>
            <a:xfrm>
              <a:off x="-1" y="775855"/>
              <a:ext cx="12191695" cy="566928"/>
            </a:xfrm>
            <a:prstGeom prst="rect">
              <a:avLst/>
            </a:prstGeom>
            <a:solidFill>
              <a:srgbClr val="0080C0"/>
            </a:solidFill>
            <a:ln w="12700">
              <a:solidFill>
                <a:srgbClr val="0080C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95ABB840-DB74-8199-3074-B9F0D453CF50}"/>
                </a:ext>
              </a:extLst>
            </p:cNvPr>
            <p:cNvSpPr/>
            <p:nvPr userDrawn="1"/>
          </p:nvSpPr>
          <p:spPr>
            <a:xfrm>
              <a:off x="0" y="775855"/>
              <a:ext cx="164592" cy="566928"/>
            </a:xfrm>
            <a:prstGeom prst="rect">
              <a:avLst/>
            </a:prstGeom>
            <a:solidFill>
              <a:srgbClr val="F0A010"/>
            </a:solidFill>
            <a:ln w="12700">
              <a:solidFill>
                <a:srgbClr val="F0A01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">
              <a:extLst>
                <a:ext uri="{FF2B5EF4-FFF2-40B4-BE49-F238E27FC236}">
                  <a16:creationId xmlns:a16="http://schemas.microsoft.com/office/drawing/2014/main" id="{1BAF2E52-A987-F0AF-2A80-996E8CF9977F}"/>
                </a:ext>
              </a:extLst>
            </p:cNvPr>
            <p:cNvSpPr/>
            <p:nvPr userDrawn="1"/>
          </p:nvSpPr>
          <p:spPr>
            <a:xfrm>
              <a:off x="12027408" y="775855"/>
              <a:ext cx="164592" cy="566928"/>
            </a:xfrm>
            <a:prstGeom prst="rect">
              <a:avLst/>
            </a:prstGeom>
            <a:solidFill>
              <a:srgbClr val="F0A010"/>
            </a:solidFill>
            <a:ln w="12700">
              <a:solidFill>
                <a:srgbClr val="F0A01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Shape 4">
            <a:extLst>
              <a:ext uri="{FF2B5EF4-FFF2-40B4-BE49-F238E27FC236}">
                <a16:creationId xmlns:a16="http://schemas.microsoft.com/office/drawing/2014/main" id="{1B5A4389-0FBB-A6E8-A04F-1CEE2EC6CBA0}"/>
              </a:ext>
            </a:extLst>
          </p:cNvPr>
          <p:cNvSpPr/>
          <p:nvPr userDrawn="1"/>
        </p:nvSpPr>
        <p:spPr>
          <a:xfrm>
            <a:off x="-2" y="6556895"/>
            <a:ext cx="12191695" cy="274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90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732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5239" y="4661185"/>
            <a:ext cx="6554991" cy="7315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21D29E-F073-12DF-CCC9-3FE6D3C556A7}"/>
              </a:ext>
            </a:extLst>
          </p:cNvPr>
          <p:cNvGrpSpPr/>
          <p:nvPr/>
        </p:nvGrpSpPr>
        <p:grpSpPr>
          <a:xfrm>
            <a:off x="194061" y="700552"/>
            <a:ext cx="6675979" cy="3881408"/>
            <a:chOff x="194061" y="336659"/>
            <a:chExt cx="6675979" cy="388140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313EDA6-0C3B-D145-C07C-779223088DBA}"/>
                </a:ext>
              </a:extLst>
            </p:cNvPr>
            <p:cNvGrpSpPr/>
            <p:nvPr/>
          </p:nvGrpSpPr>
          <p:grpSpPr>
            <a:xfrm>
              <a:off x="194061" y="336659"/>
              <a:ext cx="6675979" cy="3881408"/>
              <a:chOff x="727013" y="1005840"/>
              <a:chExt cx="5399467" cy="3139245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CE01D3A-9539-9611-2493-1E758BDF8841}"/>
                  </a:ext>
                </a:extLst>
              </p:cNvPr>
              <p:cNvGrpSpPr/>
              <p:nvPr/>
            </p:nvGrpSpPr>
            <p:grpSpPr>
              <a:xfrm>
                <a:off x="727013" y="1093548"/>
                <a:ext cx="5303520" cy="3051537"/>
                <a:chOff x="822960" y="1005840"/>
                <a:chExt cx="5303520" cy="3051537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9" name="Text 4">
                  <a:extLst>
                    <a:ext uri="{FF2B5EF4-FFF2-40B4-BE49-F238E27FC236}">
                      <a16:creationId xmlns:a16="http://schemas.microsoft.com/office/drawing/2014/main" id="{B942D092-547C-9403-9301-A5655B130111}"/>
                    </a:ext>
                  </a:extLst>
                </p:cNvPr>
                <p:cNvSpPr/>
                <p:nvPr/>
              </p:nvSpPr>
              <p:spPr>
                <a:xfrm>
                  <a:off x="822960" y="1828799"/>
                  <a:ext cx="5303520" cy="2228578"/>
                </a:xfrm>
                <a:prstGeom prst="rect">
                  <a:avLst/>
                </a:prstGeom>
                <a:solidFill>
                  <a:srgbClr val="2694CE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endParaRPr lang="en-US" sz="1800" dirty="0"/>
                </a:p>
              </p:txBody>
            </p:sp>
            <p:sp>
              <p:nvSpPr>
                <p:cNvPr id="18" name="Text 3">
                  <a:extLst>
                    <a:ext uri="{FF2B5EF4-FFF2-40B4-BE49-F238E27FC236}">
                      <a16:creationId xmlns:a16="http://schemas.microsoft.com/office/drawing/2014/main" id="{AA326D1A-21CB-A6F3-B73F-43950E84D36E}"/>
                    </a:ext>
                  </a:extLst>
                </p:cNvPr>
                <p:cNvSpPr/>
                <p:nvPr/>
              </p:nvSpPr>
              <p:spPr>
                <a:xfrm>
                  <a:off x="822960" y="1005840"/>
                  <a:ext cx="5303520" cy="822960"/>
                </a:xfrm>
                <a:prstGeom prst="rect">
                  <a:avLst/>
                </a:prstGeom>
                <a:solidFill>
                  <a:srgbClr val="2694CE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endParaRPr lang="en-US" sz="4200" dirty="0"/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A511EFB-C2F7-2AE8-5522-161758C8D848}"/>
                  </a:ext>
                </a:extLst>
              </p:cNvPr>
              <p:cNvGrpSpPr/>
              <p:nvPr/>
            </p:nvGrpSpPr>
            <p:grpSpPr>
              <a:xfrm>
                <a:off x="822960" y="1005840"/>
                <a:ext cx="5303520" cy="2084121"/>
                <a:chOff x="822960" y="1005840"/>
                <a:chExt cx="5303520" cy="2084121"/>
              </a:xfrm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" name="Text 3"/>
                <p:cNvSpPr/>
                <p:nvPr/>
              </p:nvSpPr>
              <p:spPr>
                <a:xfrm>
                  <a:off x="822960" y="1005840"/>
                  <a:ext cx="5303520" cy="82296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4200" b="1" dirty="0">
                      <a:solidFill>
                        <a:srgbClr val="1A1A1A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Adaptive Kalman Filter </a:t>
                  </a:r>
                  <a:endParaRPr lang="en-US" sz="4200" dirty="0"/>
                </a:p>
              </p:txBody>
            </p:sp>
            <p:sp>
              <p:nvSpPr>
                <p:cNvPr id="6" name="Text 4"/>
                <p:cNvSpPr/>
                <p:nvPr/>
              </p:nvSpPr>
              <p:spPr>
                <a:xfrm>
                  <a:off x="822960" y="1828799"/>
                  <a:ext cx="5303520" cy="1261162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r>
                    <a:rPr lang="en-US" sz="1800" i="1" dirty="0">
                      <a:solidFill>
                        <a:srgbClr val="6E6E6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Based on: 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800" i="1" dirty="0">
                      <a:solidFill>
                        <a:srgbClr val="6E6E6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Kalman, R. E. (1960). "A New Approach to Linear Filtering and Prediction Problems.“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i="1" dirty="0">
                      <a:solidFill>
                        <a:srgbClr val="6E6E6E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Akhlaghi, S., et al. (2017). "Adaptive Adjustment of Noise Covariance in Kalman Filter for Dynamic State Estimation."</a:t>
                  </a:r>
                </a:p>
              </p:txBody>
            </p:sp>
          </p:grpSp>
        </p:grpSp>
        <p:sp>
          <p:nvSpPr>
            <p:cNvPr id="8" name="Text 6"/>
            <p:cNvSpPr/>
            <p:nvPr/>
          </p:nvSpPr>
          <p:spPr>
            <a:xfrm>
              <a:off x="484418" y="3039376"/>
              <a:ext cx="5399467" cy="928456"/>
            </a:xfrm>
            <a:prstGeom prst="rect">
              <a:avLst/>
            </a:prstGeom>
            <a:solidFill>
              <a:srgbClr val="2694CE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Student: Ramez Al-Masadeh</a:t>
              </a:r>
            </a:p>
            <a:p>
              <a:pPr marL="0" indent="0">
                <a:buNone/>
              </a:pPr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ID: 20221102027</a:t>
              </a:r>
            </a:p>
            <a:p>
              <a:r>
                <a:rPr lang="en-US" sz="16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Supervisor: Dr. Sahar Qaadan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600" i="1" dirty="0">
                  <a:solidFill>
                    <a:schemeClr val="bg1"/>
                  </a:solidFill>
                </a:rPr>
                <a:t>Course: Machine Intelligence I</a:t>
              </a:r>
            </a:p>
          </p:txBody>
        </p:sp>
      </p:grpSp>
      <p:pic>
        <p:nvPicPr>
          <p:cNvPr id="11" name="Image 0" descr="/mnt/data/M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948" y="3103339"/>
            <a:ext cx="3115691" cy="3115691"/>
          </a:xfrm>
          <a:prstGeom prst="rect">
            <a:avLst/>
          </a:prstGeom>
        </p:spPr>
      </p:pic>
      <p:pic>
        <p:nvPicPr>
          <p:cNvPr id="12" name="Image 1" descr="/mnt/data/GJ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039" y="194178"/>
            <a:ext cx="3440600" cy="284343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80C0"/>
          </a:solidFill>
          <a:ln w="12700">
            <a:solidFill>
              <a:srgbClr val="008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0" y="6601968"/>
            <a:ext cx="2468880" cy="2560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99754-0F3B-1C15-6F8E-C4A2154C2339}"/>
              </a:ext>
            </a:extLst>
          </p:cNvPr>
          <p:cNvSpPr txBox="1"/>
          <p:nvPr/>
        </p:nvSpPr>
        <p:spPr>
          <a:xfrm>
            <a:off x="214604" y="587829"/>
            <a:ext cx="117659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F42E5D-C958-065F-ED4D-255AD682E17F}"/>
              </a:ext>
            </a:extLst>
          </p:cNvPr>
          <p:cNvSpPr/>
          <p:nvPr/>
        </p:nvSpPr>
        <p:spPr>
          <a:xfrm>
            <a:off x="872873" y="1731647"/>
            <a:ext cx="10515600" cy="43513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FCC736B-24DD-44E2-CFB3-E2B9E8CE0252}"/>
              </a:ext>
            </a:extLst>
          </p:cNvPr>
          <p:cNvSpPr/>
          <p:nvPr/>
        </p:nvSpPr>
        <p:spPr>
          <a:xfrm>
            <a:off x="5386387" y="1431290"/>
            <a:ext cx="1419225" cy="141732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List outline">
            <a:extLst>
              <a:ext uri="{FF2B5EF4-FFF2-40B4-BE49-F238E27FC236}">
                <a16:creationId xmlns:a16="http://schemas.microsoft.com/office/drawing/2014/main" id="{FB066AE0-57D1-3956-1AB3-FB36DC5B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1656239"/>
            <a:ext cx="914400" cy="91440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93E737E8-1F9B-9F97-252C-433F8A9CAEAB}"/>
              </a:ext>
            </a:extLst>
          </p:cNvPr>
          <p:cNvGrpSpPr/>
          <p:nvPr/>
        </p:nvGrpSpPr>
        <p:grpSpPr>
          <a:xfrm>
            <a:off x="1304603" y="2214439"/>
            <a:ext cx="1328787" cy="1234622"/>
            <a:chOff x="1304603" y="2214439"/>
            <a:chExt cx="1328787" cy="1234622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1AA30F8-EDAB-B187-B2B5-E2058079BB98}"/>
                </a:ext>
              </a:extLst>
            </p:cNvPr>
            <p:cNvSpPr/>
            <p:nvPr/>
          </p:nvSpPr>
          <p:spPr>
            <a:xfrm>
              <a:off x="1335891" y="2241664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B455FEF-7641-0469-CFEF-782BA9B7CEA8}"/>
                </a:ext>
              </a:extLst>
            </p:cNvPr>
            <p:cNvSpPr>
              <a:spLocks/>
            </p:cNvSpPr>
            <p:nvPr/>
          </p:nvSpPr>
          <p:spPr>
            <a:xfrm>
              <a:off x="1511265" y="2214439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EE2057-23B8-1BD7-2EF6-51A6FB984629}"/>
                </a:ext>
              </a:extLst>
            </p:cNvPr>
            <p:cNvSpPr>
              <a:spLocks/>
            </p:cNvSpPr>
            <p:nvPr/>
          </p:nvSpPr>
          <p:spPr>
            <a:xfrm rot="5400000">
              <a:off x="1193538" y="2513847"/>
              <a:ext cx="28466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FD874B5-44B8-340F-6BA8-819A6A5B0FFF}"/>
                </a:ext>
              </a:extLst>
            </p:cNvPr>
            <p:cNvSpPr/>
            <p:nvPr/>
          </p:nvSpPr>
          <p:spPr>
            <a:xfrm>
              <a:off x="1408963" y="2952030"/>
              <a:ext cx="1189415" cy="36920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799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Cover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1D7EAA4-0147-88ED-5AE5-BC0FC5A3EF43}"/>
                </a:ext>
              </a:extLst>
            </p:cNvPr>
            <p:cNvSpPr/>
            <p:nvPr/>
          </p:nvSpPr>
          <p:spPr>
            <a:xfrm>
              <a:off x="1391001" y="2228606"/>
              <a:ext cx="612668" cy="101566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none">
              <a:spAutoFit/>
            </a:bodyPr>
            <a:lstStyle/>
            <a:p>
              <a:r>
                <a:rPr lang="en-US" altLang="en-US" sz="60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en-US" sz="5400" dirty="0">
                <a:solidFill>
                  <a:srgbClr val="172F4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Graphic 10" descr="Newspaper outline">
              <a:extLst>
                <a:ext uri="{FF2B5EF4-FFF2-40B4-BE49-F238E27FC236}">
                  <a16:creationId xmlns:a16="http://schemas.microsoft.com/office/drawing/2014/main" id="{94C34402-200E-DA91-5ACF-4FED595F9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3017" y="2370468"/>
              <a:ext cx="275613" cy="27561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34F176E-86F2-63ED-E77C-D53D9FAFA804}"/>
              </a:ext>
            </a:extLst>
          </p:cNvPr>
          <p:cNvGrpSpPr/>
          <p:nvPr/>
        </p:nvGrpSpPr>
        <p:grpSpPr>
          <a:xfrm>
            <a:off x="9718076" y="2171469"/>
            <a:ext cx="1328787" cy="1244990"/>
            <a:chOff x="9718076" y="2204071"/>
            <a:chExt cx="1328787" cy="124499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867B82-6769-F7AE-1366-52E66FF0C737}"/>
                </a:ext>
              </a:extLst>
            </p:cNvPr>
            <p:cNvSpPr/>
            <p:nvPr/>
          </p:nvSpPr>
          <p:spPr>
            <a:xfrm>
              <a:off x="9749364" y="2241664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894F4D-62AC-EE3A-FA88-4ED51CA461D2}"/>
                </a:ext>
              </a:extLst>
            </p:cNvPr>
            <p:cNvSpPr>
              <a:spLocks/>
            </p:cNvSpPr>
            <p:nvPr/>
          </p:nvSpPr>
          <p:spPr>
            <a:xfrm>
              <a:off x="9918704" y="2210532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80FDA0-2E4B-DE31-EEF4-E4B3DCDC8B42}"/>
                </a:ext>
              </a:extLst>
            </p:cNvPr>
            <p:cNvSpPr>
              <a:spLocks/>
            </p:cNvSpPr>
            <p:nvPr/>
          </p:nvSpPr>
          <p:spPr>
            <a:xfrm rot="5400000">
              <a:off x="9597886" y="2500432"/>
              <a:ext cx="30291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EAEAB21-B306-F157-9399-8CD923457170}"/>
                </a:ext>
              </a:extLst>
            </p:cNvPr>
            <p:cNvSpPr/>
            <p:nvPr/>
          </p:nvSpPr>
          <p:spPr>
            <a:xfrm>
              <a:off x="9820118" y="2924719"/>
              <a:ext cx="1189415" cy="33855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600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EB8934F-6596-F295-7FE4-F9F10D0EC46C}"/>
                </a:ext>
              </a:extLst>
            </p:cNvPr>
            <p:cNvSpPr/>
            <p:nvPr/>
          </p:nvSpPr>
          <p:spPr>
            <a:xfrm>
              <a:off x="9822436" y="2204071"/>
              <a:ext cx="612668" cy="101566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none">
              <a:spAutoFit/>
            </a:bodyPr>
            <a:lstStyle/>
            <a:p>
              <a:r>
                <a:rPr lang="en-US" altLang="en-US" sz="60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pic>
          <p:nvPicPr>
            <p:cNvPr id="17" name="Graphic 16" descr="Newspaper outline">
              <a:extLst>
                <a:ext uri="{FF2B5EF4-FFF2-40B4-BE49-F238E27FC236}">
                  <a16:creationId xmlns:a16="http://schemas.microsoft.com/office/drawing/2014/main" id="{2D414598-1D8E-C558-EB7B-5BF71E2B8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56490" y="2370468"/>
              <a:ext cx="275613" cy="27561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76CA96-9373-5DBC-9294-755CBC799ABD}"/>
              </a:ext>
            </a:extLst>
          </p:cNvPr>
          <p:cNvGrpSpPr/>
          <p:nvPr/>
        </p:nvGrpSpPr>
        <p:grpSpPr>
          <a:xfrm>
            <a:off x="7628689" y="2208706"/>
            <a:ext cx="1328768" cy="1234976"/>
            <a:chOff x="7628689" y="2208706"/>
            <a:chExt cx="1328768" cy="1234976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22383DF-2823-6753-4FFC-7EB47789319F}"/>
                </a:ext>
              </a:extLst>
            </p:cNvPr>
            <p:cNvSpPr/>
            <p:nvPr/>
          </p:nvSpPr>
          <p:spPr>
            <a:xfrm>
              <a:off x="7659958" y="2236285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2BC133-337B-3782-F06D-A7FC81B6DE9B}"/>
                </a:ext>
              </a:extLst>
            </p:cNvPr>
            <p:cNvSpPr>
              <a:spLocks/>
            </p:cNvSpPr>
            <p:nvPr/>
          </p:nvSpPr>
          <p:spPr>
            <a:xfrm>
              <a:off x="7838461" y="2208706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92F552-12A5-80B1-62D1-B878613FC53C}"/>
                </a:ext>
              </a:extLst>
            </p:cNvPr>
            <p:cNvSpPr>
              <a:spLocks/>
            </p:cNvSpPr>
            <p:nvPr/>
          </p:nvSpPr>
          <p:spPr>
            <a:xfrm rot="5400000">
              <a:off x="7508499" y="2494981"/>
              <a:ext cx="30291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F76AFF8-25F9-0BDF-76BF-DD208571B5EA}"/>
                </a:ext>
              </a:extLst>
            </p:cNvPr>
            <p:cNvSpPr/>
            <p:nvPr/>
          </p:nvSpPr>
          <p:spPr>
            <a:xfrm>
              <a:off x="7733049" y="2946577"/>
              <a:ext cx="1189415" cy="33855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600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Introduction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494E128-710D-C443-19F4-9CB23562937C}"/>
                </a:ext>
              </a:extLst>
            </p:cNvPr>
            <p:cNvSpPr/>
            <p:nvPr/>
          </p:nvSpPr>
          <p:spPr>
            <a:xfrm>
              <a:off x="7733049" y="2213859"/>
              <a:ext cx="612668" cy="101566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none">
              <a:spAutoFit/>
            </a:bodyPr>
            <a:lstStyle/>
            <a:p>
              <a:r>
                <a:rPr lang="en-US" altLang="en-US" sz="60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pic>
          <p:nvPicPr>
            <p:cNvPr id="23" name="Graphic 22" descr="Newspaper outline">
              <a:extLst>
                <a:ext uri="{FF2B5EF4-FFF2-40B4-BE49-F238E27FC236}">
                  <a16:creationId xmlns:a16="http://schemas.microsoft.com/office/drawing/2014/main" id="{A2065FCC-7CCB-779F-0767-CD4A19492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67103" y="2365015"/>
              <a:ext cx="275613" cy="27561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459EB35-A150-5D0C-FF9D-9BD54C4FB977}"/>
              </a:ext>
            </a:extLst>
          </p:cNvPr>
          <p:cNvGrpSpPr/>
          <p:nvPr/>
        </p:nvGrpSpPr>
        <p:grpSpPr>
          <a:xfrm>
            <a:off x="3349200" y="2205009"/>
            <a:ext cx="1328787" cy="1234624"/>
            <a:chOff x="3349200" y="2205009"/>
            <a:chExt cx="1328787" cy="1234624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91FC81B-3C79-BA32-55CC-4A81D629D570}"/>
                </a:ext>
              </a:extLst>
            </p:cNvPr>
            <p:cNvSpPr/>
            <p:nvPr/>
          </p:nvSpPr>
          <p:spPr>
            <a:xfrm>
              <a:off x="3380488" y="2232236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674DDCF-E0E0-05A0-69CA-52C6D088AD27}"/>
                </a:ext>
              </a:extLst>
            </p:cNvPr>
            <p:cNvSpPr>
              <a:spLocks/>
            </p:cNvSpPr>
            <p:nvPr/>
          </p:nvSpPr>
          <p:spPr>
            <a:xfrm>
              <a:off x="3555862" y="2205009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0B781E9-F589-4BE2-A624-292EC5449A4A}"/>
                </a:ext>
              </a:extLst>
            </p:cNvPr>
            <p:cNvSpPr>
              <a:spLocks/>
            </p:cNvSpPr>
            <p:nvPr/>
          </p:nvSpPr>
          <p:spPr>
            <a:xfrm rot="5400000">
              <a:off x="3229010" y="2495292"/>
              <a:ext cx="30291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D425730-898F-EF50-6430-9B1305C47B9E}"/>
                </a:ext>
              </a:extLst>
            </p:cNvPr>
            <p:cNvSpPr/>
            <p:nvPr/>
          </p:nvSpPr>
          <p:spPr>
            <a:xfrm>
              <a:off x="3453560" y="2942602"/>
              <a:ext cx="1189415" cy="338554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600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Agenda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318BCC-F765-6839-EEE9-615D3A91A035}"/>
                </a:ext>
              </a:extLst>
            </p:cNvPr>
            <p:cNvSpPr/>
            <p:nvPr/>
          </p:nvSpPr>
          <p:spPr>
            <a:xfrm>
              <a:off x="3484812" y="2274773"/>
              <a:ext cx="569387" cy="92333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none">
              <a:spAutoFit/>
            </a:bodyPr>
            <a:lstStyle/>
            <a:p>
              <a:r>
                <a:rPr lang="en-US" altLang="en-US" sz="54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pic>
          <p:nvPicPr>
            <p:cNvPr id="29" name="Graphic 28" descr="Newspaper outline">
              <a:extLst>
                <a:ext uri="{FF2B5EF4-FFF2-40B4-BE49-F238E27FC236}">
                  <a16:creationId xmlns:a16="http://schemas.microsoft.com/office/drawing/2014/main" id="{D94D6835-F69F-227E-83D4-1F765A7BD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87614" y="2361040"/>
              <a:ext cx="275613" cy="275613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6ABEBD1-7E51-6634-F844-AD191643B198}"/>
              </a:ext>
            </a:extLst>
          </p:cNvPr>
          <p:cNvGrpSpPr/>
          <p:nvPr/>
        </p:nvGrpSpPr>
        <p:grpSpPr>
          <a:xfrm>
            <a:off x="4310012" y="4120810"/>
            <a:ext cx="1328787" cy="1333482"/>
            <a:chOff x="-619021" y="1545296"/>
            <a:chExt cx="1328787" cy="1333482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EC1412-2123-979A-766D-65FE854BEACD}"/>
                </a:ext>
              </a:extLst>
            </p:cNvPr>
            <p:cNvSpPr/>
            <p:nvPr/>
          </p:nvSpPr>
          <p:spPr>
            <a:xfrm>
              <a:off x="-587733" y="1641213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3A89E16-671D-55D3-598E-5535BA498624}"/>
                </a:ext>
              </a:extLst>
            </p:cNvPr>
            <p:cNvSpPr>
              <a:spLocks/>
            </p:cNvSpPr>
            <p:nvPr/>
          </p:nvSpPr>
          <p:spPr>
            <a:xfrm>
              <a:off x="-412359" y="1613984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A802F0C-A23F-F9DD-346A-A48C87BD0D0F}"/>
                </a:ext>
              </a:extLst>
            </p:cNvPr>
            <p:cNvSpPr>
              <a:spLocks/>
            </p:cNvSpPr>
            <p:nvPr/>
          </p:nvSpPr>
          <p:spPr>
            <a:xfrm rot="5400000">
              <a:off x="-739211" y="1904266"/>
              <a:ext cx="30291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319B4C0-CC81-CDA2-1333-1825E219A3CF}"/>
                </a:ext>
              </a:extLst>
            </p:cNvPr>
            <p:cNvSpPr/>
            <p:nvPr/>
          </p:nvSpPr>
          <p:spPr>
            <a:xfrm>
              <a:off x="-497155" y="2294003"/>
              <a:ext cx="1189415" cy="584775"/>
            </a:xfrm>
            <a:prstGeom prst="rect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600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Plans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B35B925-1288-82ED-0A12-EB28D7D08F52}"/>
                </a:ext>
              </a:extLst>
            </p:cNvPr>
            <p:cNvSpPr/>
            <p:nvPr/>
          </p:nvSpPr>
          <p:spPr>
            <a:xfrm>
              <a:off x="-532622" y="1545296"/>
              <a:ext cx="612668" cy="1015663"/>
            </a:xfrm>
            <a:prstGeom prst="rect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>
              <a:spAutoFit/>
            </a:bodyPr>
            <a:lstStyle/>
            <a:p>
              <a:r>
                <a:rPr lang="en-US" altLang="en-US" sz="60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84ADB7-EF26-FD88-4ECC-A9175E2AE67E}"/>
              </a:ext>
            </a:extLst>
          </p:cNvPr>
          <p:cNvGrpSpPr/>
          <p:nvPr/>
        </p:nvGrpSpPr>
        <p:grpSpPr>
          <a:xfrm>
            <a:off x="6499398" y="4119013"/>
            <a:ext cx="1339063" cy="1303314"/>
            <a:chOff x="-619021" y="1545296"/>
            <a:chExt cx="1339063" cy="1303314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15F960C-56B1-4296-04E5-76FF25764407}"/>
                </a:ext>
              </a:extLst>
            </p:cNvPr>
            <p:cNvSpPr/>
            <p:nvPr/>
          </p:nvSpPr>
          <p:spPr>
            <a:xfrm>
              <a:off x="-587733" y="1641213"/>
              <a:ext cx="1297499" cy="1207397"/>
            </a:xfrm>
            <a:custGeom>
              <a:avLst/>
              <a:gdLst>
                <a:gd name="connsiteX0" fmla="*/ 345332 w 2480553"/>
                <a:gd name="connsiteY0" fmla="*/ 0 h 1911485"/>
                <a:gd name="connsiteX1" fmla="*/ 2480553 w 2480553"/>
                <a:gd name="connsiteY1" fmla="*/ 0 h 1911485"/>
                <a:gd name="connsiteX2" fmla="*/ 2480553 w 2480553"/>
                <a:gd name="connsiteY2" fmla="*/ 1911485 h 1911485"/>
                <a:gd name="connsiteX3" fmla="*/ 0 w 2480553"/>
                <a:gd name="connsiteY3" fmla="*/ 1911485 h 1911485"/>
                <a:gd name="connsiteX4" fmla="*/ 0 w 2480553"/>
                <a:gd name="connsiteY4" fmla="*/ 466928 h 1911485"/>
                <a:gd name="connsiteX5" fmla="*/ 9728 w 2480553"/>
                <a:gd name="connsiteY5" fmla="*/ 466928 h 1911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80553" h="1911485">
                  <a:moveTo>
                    <a:pt x="345332" y="0"/>
                  </a:moveTo>
                  <a:lnTo>
                    <a:pt x="2480553" y="0"/>
                  </a:lnTo>
                  <a:lnTo>
                    <a:pt x="2480553" y="1911485"/>
                  </a:lnTo>
                  <a:lnTo>
                    <a:pt x="0" y="1911485"/>
                  </a:lnTo>
                  <a:lnTo>
                    <a:pt x="0" y="466928"/>
                  </a:lnTo>
                  <a:lnTo>
                    <a:pt x="9728" y="466928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A1A399E-49F0-F06D-9A24-44B72482E474}"/>
                </a:ext>
              </a:extLst>
            </p:cNvPr>
            <p:cNvSpPr>
              <a:spLocks/>
            </p:cNvSpPr>
            <p:nvPr/>
          </p:nvSpPr>
          <p:spPr>
            <a:xfrm>
              <a:off x="-412359" y="1613984"/>
              <a:ext cx="302920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439FD9C-447F-8E48-A4DC-517F75F8F9AE}"/>
                </a:ext>
              </a:extLst>
            </p:cNvPr>
            <p:cNvSpPr>
              <a:spLocks/>
            </p:cNvSpPr>
            <p:nvPr/>
          </p:nvSpPr>
          <p:spPr>
            <a:xfrm rot="5400000">
              <a:off x="-739211" y="1904266"/>
              <a:ext cx="302919" cy="62540"/>
            </a:xfrm>
            <a:prstGeom prst="rect">
              <a:avLst/>
            </a:prstGeom>
            <a:solidFill>
              <a:srgbClr val="34A8FF"/>
            </a:solid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sz="1198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1B073C-12AF-B2C2-E2C5-E6D8D02237F5}"/>
                </a:ext>
              </a:extLst>
            </p:cNvPr>
            <p:cNvSpPr/>
            <p:nvPr/>
          </p:nvSpPr>
          <p:spPr>
            <a:xfrm>
              <a:off x="-559951" y="2351579"/>
              <a:ext cx="1279993" cy="338554"/>
            </a:xfrm>
            <a:prstGeom prst="rect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 lIns="0" rIns="0">
              <a:spAutoFit/>
            </a:bodyPr>
            <a:lstStyle/>
            <a:p>
              <a:r>
                <a:rPr lang="en-US" altLang="en-US" sz="1600" b="1" dirty="0">
                  <a:solidFill>
                    <a:srgbClr val="34A8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 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2FAFA58-08C4-47E5-1F0E-E2B3F915FB83}"/>
                </a:ext>
              </a:extLst>
            </p:cNvPr>
            <p:cNvSpPr/>
            <p:nvPr/>
          </p:nvSpPr>
          <p:spPr>
            <a:xfrm>
              <a:off x="-532622" y="1545296"/>
              <a:ext cx="612668" cy="1015663"/>
            </a:xfrm>
            <a:prstGeom prst="rect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wrap="square">
              <a:spAutoFit/>
            </a:bodyPr>
            <a:lstStyle/>
            <a:p>
              <a:r>
                <a:rPr lang="en-US" altLang="en-US" sz="6000" dirty="0">
                  <a:solidFill>
                    <a:srgbClr val="172F4D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pic>
        <p:nvPicPr>
          <p:cNvPr id="58" name="Graphic 57" descr="Newspaper outline">
            <a:extLst>
              <a:ext uri="{FF2B5EF4-FFF2-40B4-BE49-F238E27FC236}">
                <a16:creationId xmlns:a16="http://schemas.microsoft.com/office/drawing/2014/main" id="{1454B129-6461-23D2-FC74-FA1D4F03D2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266" y="4399564"/>
            <a:ext cx="275613" cy="27561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  <p:pic>
        <p:nvPicPr>
          <p:cNvPr id="59" name="Graphic 58" descr="Newspaper outline">
            <a:extLst>
              <a:ext uri="{FF2B5EF4-FFF2-40B4-BE49-F238E27FC236}">
                <a16:creationId xmlns:a16="http://schemas.microsoft.com/office/drawing/2014/main" id="{83BE76D1-0D61-6791-9C80-4391E6CC3C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3825" y="4402845"/>
            <a:ext cx="275613" cy="27561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2937370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E2F28-D3C1-C939-D842-08DAEA19293B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– The Need of State Estimation (</a:t>
            </a:r>
            <a:r>
              <a:rPr lang="en-US" b="1" dirty="0">
                <a:solidFill>
                  <a:schemeClr val="bg1"/>
                </a:solidFill>
              </a:rPr>
              <a:t>The "Hidden State" Problem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hape 7">
                <a:extLst>
                  <a:ext uri="{FF2B5EF4-FFF2-40B4-BE49-F238E27FC236}">
                    <a16:creationId xmlns:a16="http://schemas.microsoft.com/office/drawing/2014/main" id="{555A87B8-3025-A56F-22F3-A193B7963A35}"/>
                  </a:ext>
                </a:extLst>
              </p:cNvPr>
              <p:cNvSpPr/>
              <p:nvPr/>
            </p:nvSpPr>
            <p:spPr>
              <a:xfrm>
                <a:off x="214604" y="1681056"/>
                <a:ext cx="4526746" cy="2024794"/>
              </a:xfrm>
              <a:prstGeom prst="rect">
                <a:avLst/>
              </a:prstGeom>
              <a:solidFill>
                <a:srgbClr val="F7F9FB"/>
              </a:solid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/>
                  <a:t>The Mission Scenario:</a:t>
                </a:r>
                <a:br>
                  <a:rPr lang="en-US" sz="1400" b="1" dirty="0"/>
                </a:br>
                <a:r>
                  <a:rPr lang="en-US" sz="1400" b="1" dirty="0"/>
                  <a:t>Goal:</a:t>
                </a:r>
                <a:r>
                  <a:rPr lang="en-US" sz="1400" dirty="0"/>
                  <a:t> A spacecraft mission to the Moon (Artemis/Apollo style).</a:t>
                </a:r>
              </a:p>
              <a:p>
                <a:r>
                  <a:rPr lang="en-US" sz="1400" b="1" dirty="0"/>
                  <a:t>Critical System:</a:t>
                </a:r>
                <a:r>
                  <a:rPr lang="en-US" sz="1400" dirty="0"/>
                  <a:t> The main engine exhaust chamber.</a:t>
                </a:r>
              </a:p>
              <a:p>
                <a:r>
                  <a:rPr lang="en-US" sz="1400" b="1" dirty="0"/>
                  <a:t>Requirement:</a:t>
                </a:r>
                <a:r>
                  <a:rPr lang="en-US" sz="1400" dirty="0"/>
                  <a:t> We must maintain the </a:t>
                </a:r>
                <a:r>
                  <a:rPr lang="en-US" sz="1400" b="1" dirty="0"/>
                  <a:t>internal core temperature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J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𝑐𝑜𝑟𝑒</m:t>
                        </m:r>
                      </m:sub>
                    </m:sSub>
                  </m:oMath>
                </a14:m>
                <a:r>
                  <a:rPr lang="ar-JO" sz="1400" dirty="0"/>
                  <a:t>) </a:t>
                </a:r>
                <a:r>
                  <a:rPr lang="en-US" sz="1400" dirty="0"/>
                  <a:t>at exactly </a:t>
                </a:r>
                <a:r>
                  <a:rPr lang="en-US" sz="1400" b="1" dirty="0"/>
                  <a:t>3,000 °C</a:t>
                </a:r>
                <a:r>
                  <a:rPr lang="en-US" sz="1400" dirty="0"/>
                  <a:t>.)</a:t>
                </a:r>
                <a:br>
                  <a:rPr lang="en-US" sz="1400" dirty="0"/>
                </a:br>
                <a:r>
                  <a:rPr lang="en-US" sz="1400" dirty="0"/>
                  <a:t>If it gets too hot, the engine explodes; if it gets too cold, thrust is lost.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Shape 7">
                <a:extLst>
                  <a:ext uri="{FF2B5EF4-FFF2-40B4-BE49-F238E27FC236}">
                    <a16:creationId xmlns:a16="http://schemas.microsoft.com/office/drawing/2014/main" id="{555A87B8-3025-A56F-22F3-A193B7963A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4" y="1681056"/>
                <a:ext cx="4526746" cy="2024794"/>
              </a:xfrm>
              <a:prstGeom prst="rect">
                <a:avLst/>
              </a:prstGeom>
              <a:blipFill>
                <a:blip r:embed="rId2"/>
                <a:stretch>
                  <a:fillRect l="-268" t="-299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8">
            <a:extLst>
              <a:ext uri="{FF2B5EF4-FFF2-40B4-BE49-F238E27FC236}">
                <a16:creationId xmlns:a16="http://schemas.microsoft.com/office/drawing/2014/main" id="{138210A0-ED92-129B-0E20-9B68401192BA}"/>
              </a:ext>
            </a:extLst>
          </p:cNvPr>
          <p:cNvSpPr/>
          <p:nvPr/>
        </p:nvSpPr>
        <p:spPr>
          <a:xfrm>
            <a:off x="436206" y="1763486"/>
            <a:ext cx="27268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600" b="1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Picture 13" descr="A cartoon of a rocket&#10;&#10;AI-generated content may be incorrect.">
            <a:extLst>
              <a:ext uri="{FF2B5EF4-FFF2-40B4-BE49-F238E27FC236}">
                <a16:creationId xmlns:a16="http://schemas.microsoft.com/office/drawing/2014/main" id="{9CEE4DF6-39F6-581C-0336-1DD6B4112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26" y="4412509"/>
            <a:ext cx="1629747" cy="1292558"/>
          </a:xfrm>
          <a:prstGeom prst="rect">
            <a:avLst/>
          </a:prstGeom>
        </p:spPr>
      </p:pic>
      <p:pic>
        <p:nvPicPr>
          <p:cNvPr id="19" name="Picture 18" descr="A diagram of a mathematical model&#10;&#10;AI-generated content may be incorrect.">
            <a:extLst>
              <a:ext uri="{FF2B5EF4-FFF2-40B4-BE49-F238E27FC236}">
                <a16:creationId xmlns:a16="http://schemas.microsoft.com/office/drawing/2014/main" id="{0C4AF7A7-3CAA-051D-1511-D71C0F183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286" y="3687987"/>
            <a:ext cx="2653005" cy="2741602"/>
          </a:xfrm>
          <a:prstGeom prst="rect">
            <a:avLst/>
          </a:prstGeom>
        </p:spPr>
      </p:pic>
      <p:pic>
        <p:nvPicPr>
          <p:cNvPr id="21" name="Picture 20" descr="A cartoon of a person standing on the moon&#10;&#10;AI-generated content may be incorrect.">
            <a:extLst>
              <a:ext uri="{FF2B5EF4-FFF2-40B4-BE49-F238E27FC236}">
                <a16:creationId xmlns:a16="http://schemas.microsoft.com/office/drawing/2014/main" id="{03BDCD5F-3A09-3F75-933C-407F9CA98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4" y="4301438"/>
            <a:ext cx="2484496" cy="15504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hape 7">
                <a:extLst>
                  <a:ext uri="{FF2B5EF4-FFF2-40B4-BE49-F238E27FC236}">
                    <a16:creationId xmlns:a16="http://schemas.microsoft.com/office/drawing/2014/main" id="{ED4CC6E3-387D-CE64-02F7-971FC170820B}"/>
                  </a:ext>
                </a:extLst>
              </p:cNvPr>
              <p:cNvSpPr/>
              <p:nvPr/>
            </p:nvSpPr>
            <p:spPr>
              <a:xfrm>
                <a:off x="4967948" y="1681056"/>
                <a:ext cx="4526746" cy="2024794"/>
              </a:xfrm>
              <a:prstGeom prst="rect">
                <a:avLst/>
              </a:prstGeom>
              <a:solidFill>
                <a:srgbClr val="F7F9FB"/>
              </a:solid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/>
                  <a:t>The Engineering Constraint:</a:t>
                </a:r>
                <a:endParaRPr lang="en-US" sz="1400" dirty="0"/>
              </a:p>
              <a:p>
                <a:r>
                  <a:rPr lang="en-US" sz="1400" b="1" dirty="0"/>
                  <a:t>Problem:</a:t>
                </a:r>
                <a:r>
                  <a:rPr lang="en-US" sz="1400" dirty="0"/>
                  <a:t> We cannot place a sensor inside the exhaust flow.</a:t>
                </a:r>
              </a:p>
              <a:p>
                <a:r>
                  <a:rPr lang="en-US" sz="1400" b="1" dirty="0"/>
                  <a:t>Why?</a:t>
                </a:r>
                <a:r>
                  <a:rPr lang="en-US" sz="1400" dirty="0"/>
                  <a:t> No sensor can survive </a:t>
                </a:r>
                <a:r>
                  <a:rPr lang="en-US" sz="1400" b="1" dirty="0"/>
                  <a:t>3,000 °C</a:t>
                </a:r>
                <a:r>
                  <a:rPr lang="en-US" sz="1400" dirty="0"/>
                  <a:t> and extreme pressure—it would melt instantly.</a:t>
                </a:r>
              </a:p>
              <a:p>
                <a:r>
                  <a:rPr lang="en-US" sz="1400" b="1" dirty="0"/>
                  <a:t>Solution:</a:t>
                </a:r>
                <a:r>
                  <a:rPr lang="en-US" sz="1400" dirty="0"/>
                  <a:t> Place the sensor on the </a:t>
                </a:r>
                <a:r>
                  <a:rPr lang="en-US" sz="1400" b="1" dirty="0"/>
                  <a:t>external engine case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J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𝑐𝑎𝑠𝑒</m:t>
                        </m:r>
                      </m:sub>
                    </m:sSub>
                  </m:oMath>
                </a14:m>
                <a:r>
                  <a:rPr lang="en-US" sz="1400" dirty="0"/>
                  <a:t> )</a:t>
                </a:r>
                <a:r>
                  <a:rPr lang="ar-JO" sz="1400" dirty="0"/>
                  <a:t>.</a:t>
                </a:r>
                <a:endParaRPr lang="en-US" sz="1400" dirty="0"/>
              </a:p>
              <a:p>
                <a:r>
                  <a:rPr lang="en-US" sz="1400" b="1" dirty="0"/>
                  <a:t>Another Issue:</a:t>
                </a:r>
                <a:endParaRPr lang="en-US" sz="1400" dirty="0"/>
              </a:p>
              <a:p>
                <a:r>
                  <a:rPr lang="en-US" sz="1400" b="1" dirty="0"/>
                  <a:t>Delayed:</a:t>
                </a:r>
                <a:r>
                  <a:rPr lang="en-US" sz="1400" dirty="0"/>
                  <a:t> Heat transfer takes time to reach the casing</a:t>
                </a:r>
              </a:p>
              <a:p>
                <a:r>
                  <a:rPr lang="en-US" sz="1400" b="1" dirty="0"/>
                  <a:t>Noisy:</a:t>
                </a:r>
                <a:r>
                  <a:rPr lang="en-US" sz="1400" dirty="0"/>
                  <a:t> Vibrations and harsh environment corrupt the signal</a:t>
                </a:r>
              </a:p>
              <a:p>
                <a:endParaRPr lang="ar-JO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25" name="Shape 7">
                <a:extLst>
                  <a:ext uri="{FF2B5EF4-FFF2-40B4-BE49-F238E27FC236}">
                    <a16:creationId xmlns:a16="http://schemas.microsoft.com/office/drawing/2014/main" id="{ED4CC6E3-387D-CE64-02F7-971FC1708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948" y="1681056"/>
                <a:ext cx="4526746" cy="2024794"/>
              </a:xfrm>
              <a:prstGeom prst="rect">
                <a:avLst/>
              </a:prstGeom>
              <a:blipFill>
                <a:blip r:embed="rId6"/>
                <a:stretch>
                  <a:fillRect l="-268" t="-299" b="-2096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Shape 7">
            <a:extLst>
              <a:ext uri="{FF2B5EF4-FFF2-40B4-BE49-F238E27FC236}">
                <a16:creationId xmlns:a16="http://schemas.microsoft.com/office/drawing/2014/main" id="{AEB05A1F-31EF-D2B4-458C-0EF309C8EAA7}"/>
              </a:ext>
            </a:extLst>
          </p:cNvPr>
          <p:cNvSpPr/>
          <p:nvPr/>
        </p:nvSpPr>
        <p:spPr>
          <a:xfrm>
            <a:off x="9721292" y="1663193"/>
            <a:ext cx="2263373" cy="2024794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b="1" dirty="0"/>
              <a:t>Main Solution:</a:t>
            </a:r>
          </a:p>
          <a:p>
            <a:r>
              <a:rPr lang="en-US" sz="1400" dirty="0"/>
              <a:t>We add a state estimator (observer)</a:t>
            </a:r>
          </a:p>
          <a:p>
            <a:r>
              <a:rPr lang="en-US" sz="1400" b="1" dirty="0"/>
              <a:t>Types of State Estimation: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/>
              <a:t>Luenberger</a:t>
            </a:r>
            <a:r>
              <a:rPr lang="en-US" sz="1400" b="1" dirty="0"/>
              <a:t> Observer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Linear Quadratic Estimator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166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2999-A361-7067-4026-50D95CA26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069F9E-DE28-FCC4-2AB0-0CF8038B68C7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Overview (1/2) – </a:t>
            </a:r>
            <a:r>
              <a:rPr lang="en-US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Kalman, R. E. (1960). "A New Approach to Linear Filtering and Prediction Problems.“</a:t>
            </a: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9E45F09-96E0-77E2-CA07-6F03E606A619}"/>
              </a:ext>
            </a:extLst>
          </p:cNvPr>
          <p:cNvSpPr/>
          <p:nvPr/>
        </p:nvSpPr>
        <p:spPr>
          <a:xfrm>
            <a:off x="341500" y="1531620"/>
            <a:ext cx="11201400" cy="50292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0138EDD-1924-6E53-F9ED-4F469ACEE41C}"/>
              </a:ext>
            </a:extLst>
          </p:cNvPr>
          <p:cNvSpPr/>
          <p:nvPr/>
        </p:nvSpPr>
        <p:spPr>
          <a:xfrm>
            <a:off x="506092" y="1641348"/>
            <a:ext cx="10872216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i="1" dirty="0"/>
              <a:t>Kalman</a:t>
            </a:r>
            <a:r>
              <a:rPr lang="en-US" sz="1400" dirty="0"/>
              <a:t> introduced an optimal recursive estimator for linear dynamic systems with Gaussian noise, now known as the Kalman Filter.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0444D2-6764-4112-F39D-48BDE4A0018A}"/>
              </a:ext>
            </a:extLst>
          </p:cNvPr>
          <p:cNvGrpSpPr/>
          <p:nvPr/>
        </p:nvGrpSpPr>
        <p:grpSpPr>
          <a:xfrm>
            <a:off x="339074" y="4933189"/>
            <a:ext cx="6764320" cy="1933770"/>
            <a:chOff x="341500" y="2171700"/>
            <a:chExt cx="5532120" cy="1933770"/>
          </a:xfrm>
        </p:grpSpPr>
        <p:sp>
          <p:nvSpPr>
            <p:cNvPr id="15" name="Shape 8">
              <a:extLst>
                <a:ext uri="{FF2B5EF4-FFF2-40B4-BE49-F238E27FC236}">
                  <a16:creationId xmlns:a16="http://schemas.microsoft.com/office/drawing/2014/main" id="{1148C4F6-3C8A-F9E1-2C48-080C30B53ADA}"/>
                </a:ext>
              </a:extLst>
            </p:cNvPr>
            <p:cNvSpPr/>
            <p:nvPr/>
          </p:nvSpPr>
          <p:spPr>
            <a:xfrm>
              <a:off x="341500" y="2171700"/>
              <a:ext cx="5532120" cy="13990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D0D8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AEFCE73D-3598-C3F5-C1FD-37472E0E09D8}"/>
                </a:ext>
              </a:extLst>
            </p:cNvPr>
            <p:cNvSpPr/>
            <p:nvPr/>
          </p:nvSpPr>
          <p:spPr>
            <a:xfrm>
              <a:off x="406889" y="2176086"/>
              <a:ext cx="5202936" cy="1929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400" dirty="0"/>
                <a:t>What it solves?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The method provides minimum mean-square error (MMSE) state estimates by optimally combining noisy measurements with a system model, overcoming limitations of batch least-squares methods.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The KF is optimal only for linear, Gaussian systems and requires accurate knowledge of 𝑄 and 𝑅.</a:t>
              </a:r>
            </a:p>
          </p:txBody>
        </p:sp>
      </p:grpSp>
      <p:sp>
        <p:nvSpPr>
          <p:cNvPr id="18" name="Text 11">
            <a:extLst>
              <a:ext uri="{FF2B5EF4-FFF2-40B4-BE49-F238E27FC236}">
                <a16:creationId xmlns:a16="http://schemas.microsoft.com/office/drawing/2014/main" id="{9F3EE751-E495-D70E-9A4E-7FD8208D1456}"/>
              </a:ext>
            </a:extLst>
          </p:cNvPr>
          <p:cNvSpPr/>
          <p:nvPr/>
        </p:nvSpPr>
        <p:spPr>
          <a:xfrm>
            <a:off x="6266812" y="2281428"/>
            <a:ext cx="5111496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hape 12">
                <a:extLst>
                  <a:ext uri="{FF2B5EF4-FFF2-40B4-BE49-F238E27FC236}">
                    <a16:creationId xmlns:a16="http://schemas.microsoft.com/office/drawing/2014/main" id="{3E80282E-78FF-F338-5BCD-A992A1E1452A}"/>
                  </a:ext>
                </a:extLst>
              </p:cNvPr>
              <p:cNvSpPr/>
              <p:nvPr/>
            </p:nvSpPr>
            <p:spPr>
              <a:xfrm>
                <a:off x="341500" y="2144268"/>
                <a:ext cx="3129488" cy="2679193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State model: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baseline="-25000" dirty="0"/>
              </a:p>
              <a:p>
                <a:r>
                  <a:rPr lang="en-US" sz="1400" dirty="0"/>
                  <a:t>Measurement Equation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sz="1400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State vector.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measurement.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state transition matrix.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measurement matrix.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 process noise.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 measurement noise.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9" name="Shape 12">
                <a:extLst>
                  <a:ext uri="{FF2B5EF4-FFF2-40B4-BE49-F238E27FC236}">
                    <a16:creationId xmlns:a16="http://schemas.microsoft.com/office/drawing/2014/main" id="{3E80282E-78FF-F338-5BCD-A992A1E145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00" y="2144268"/>
                <a:ext cx="3129488" cy="2679193"/>
              </a:xfrm>
              <a:prstGeom prst="rect">
                <a:avLst/>
              </a:prstGeom>
              <a:blipFill>
                <a:blip r:embed="rId2"/>
                <a:stretch>
                  <a:fillRect l="-388" t="-227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Shape 12">
                <a:extLst>
                  <a:ext uri="{FF2B5EF4-FFF2-40B4-BE49-F238E27FC236}">
                    <a16:creationId xmlns:a16="http://schemas.microsoft.com/office/drawing/2014/main" id="{E3297045-F34A-6D1C-D25F-E0365FF6F8D8}"/>
                  </a:ext>
                </a:extLst>
              </p:cNvPr>
              <p:cNvSpPr/>
              <p:nvPr/>
            </p:nvSpPr>
            <p:spPr>
              <a:xfrm>
                <a:off x="3835690" y="2237295"/>
                <a:ext cx="2569340" cy="860189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Prediction: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1" name="Shape 12">
                <a:extLst>
                  <a:ext uri="{FF2B5EF4-FFF2-40B4-BE49-F238E27FC236}">
                    <a16:creationId xmlns:a16="http://schemas.microsoft.com/office/drawing/2014/main" id="{E3297045-F34A-6D1C-D25F-E0365FF6F8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690" y="2237295"/>
                <a:ext cx="2569340" cy="860189"/>
              </a:xfrm>
              <a:prstGeom prst="rect">
                <a:avLst/>
              </a:prstGeom>
              <a:blipFill>
                <a:blip r:embed="rId3"/>
                <a:stretch>
                  <a:fillRect l="-472" t="-699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Shape 12">
                <a:extLst>
                  <a:ext uri="{FF2B5EF4-FFF2-40B4-BE49-F238E27FC236}">
                    <a16:creationId xmlns:a16="http://schemas.microsoft.com/office/drawing/2014/main" id="{1FAC8618-D0ED-657F-B9FE-0541E7F1C811}"/>
                  </a:ext>
                </a:extLst>
              </p:cNvPr>
              <p:cNvSpPr/>
              <p:nvPr/>
            </p:nvSpPr>
            <p:spPr>
              <a:xfrm>
                <a:off x="3721233" y="3483865"/>
                <a:ext cx="3129487" cy="1157882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Update: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42" name="Shape 12">
                <a:extLst>
                  <a:ext uri="{FF2B5EF4-FFF2-40B4-BE49-F238E27FC236}">
                    <a16:creationId xmlns:a16="http://schemas.microsoft.com/office/drawing/2014/main" id="{1FAC8618-D0ED-657F-B9FE-0541E7F1C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3" y="3483865"/>
                <a:ext cx="3129487" cy="1157882"/>
              </a:xfrm>
              <a:prstGeom prst="rect">
                <a:avLst/>
              </a:prstGeom>
              <a:blipFill>
                <a:blip r:embed="rId4"/>
                <a:stretch>
                  <a:fillRect l="-388" t="-524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BD06235-B801-922C-074D-9CA8433784C8}"/>
              </a:ext>
            </a:extLst>
          </p:cNvPr>
          <p:cNvCxnSpPr>
            <a:cxnSpLocks/>
            <a:stCxn id="31" idx="3"/>
            <a:endCxn id="42" idx="3"/>
          </p:cNvCxnSpPr>
          <p:nvPr/>
        </p:nvCxnSpPr>
        <p:spPr>
          <a:xfrm>
            <a:off x="6405030" y="2667390"/>
            <a:ext cx="445690" cy="1395416"/>
          </a:xfrm>
          <a:prstGeom prst="bentConnector3">
            <a:avLst>
              <a:gd name="adj1" fmla="val 1512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086600C8-E707-DEE5-B680-D0AFA78B7C7D}"/>
              </a:ext>
            </a:extLst>
          </p:cNvPr>
          <p:cNvCxnSpPr>
            <a:cxnSpLocks/>
            <a:stCxn id="42" idx="1"/>
            <a:endCxn id="31" idx="1"/>
          </p:cNvCxnSpPr>
          <p:nvPr/>
        </p:nvCxnSpPr>
        <p:spPr>
          <a:xfrm rot="10800000" flipH="1">
            <a:off x="3721232" y="2667390"/>
            <a:ext cx="114457" cy="1395416"/>
          </a:xfrm>
          <a:prstGeom prst="bentConnector3">
            <a:avLst>
              <a:gd name="adj1" fmla="val -611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12">
            <a:extLst>
              <a:ext uri="{FF2B5EF4-FFF2-40B4-BE49-F238E27FC236}">
                <a16:creationId xmlns:a16="http://schemas.microsoft.com/office/drawing/2014/main" id="{525857BC-5525-0417-0965-6E31C9EEC2DA}"/>
              </a:ext>
            </a:extLst>
          </p:cNvPr>
          <p:cNvSpPr/>
          <p:nvPr/>
        </p:nvSpPr>
        <p:spPr>
          <a:xfrm>
            <a:off x="7257816" y="4923857"/>
            <a:ext cx="4722690" cy="1408363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Metrics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Mean Squared Error (MSE)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NIS (innovation consistency)</a:t>
            </a:r>
          </a:p>
          <a:p>
            <a:r>
              <a:rPr lang="en-US" sz="1400" dirty="0"/>
              <a:t>Assumption: linear, Gaussian systems</a:t>
            </a:r>
          </a:p>
          <a:p>
            <a:r>
              <a:rPr lang="en-US" sz="1400" dirty="0"/>
              <a:t>Types of None-linear Kalman Filer: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Extended KF, Unscented KF.</a:t>
            </a:r>
          </a:p>
          <a:p>
            <a:endParaRPr lang="en-US" dirty="0"/>
          </a:p>
          <a:p>
            <a:endParaRPr lang="en-US" dirty="0"/>
          </a:p>
          <a:p>
            <a:endParaRPr lang="en-US" sz="1400" dirty="0"/>
          </a:p>
        </p:txBody>
      </p:sp>
      <p:pic>
        <p:nvPicPr>
          <p:cNvPr id="55" name="Picture 54" descr="A diagram of a function&#10;&#10;AI-generated content may be incorrect.">
            <a:extLst>
              <a:ext uri="{FF2B5EF4-FFF2-40B4-BE49-F238E27FC236}">
                <a16:creationId xmlns:a16="http://schemas.microsoft.com/office/drawing/2014/main" id="{17383D0E-8865-F68E-0BFC-2C07612BAD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217" y="2131731"/>
            <a:ext cx="4585687" cy="182062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9E98E95-3771-2E58-E832-57D4E037E068}"/>
              </a:ext>
            </a:extLst>
          </p:cNvPr>
          <p:cNvSpPr txBox="1"/>
          <p:nvPr/>
        </p:nvSpPr>
        <p:spPr>
          <a:xfrm>
            <a:off x="9143299" y="3959241"/>
            <a:ext cx="951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Fig.1</a:t>
            </a:r>
          </a:p>
        </p:txBody>
      </p:sp>
    </p:spTree>
    <p:extLst>
      <p:ext uri="{BB962C8B-B14F-4D97-AF65-F5344CB8AC3E}">
        <p14:creationId xmlns:p14="http://schemas.microsoft.com/office/powerpoint/2010/main" val="158840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EBBB4-0CAF-1E6D-1BC2-46C8CFF58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6D4C4-45A3-78FE-3B1D-15F30CCD60FC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Overview (2/2) – </a:t>
            </a:r>
            <a:r>
              <a:rPr lang="en-US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Akhlaghi, S., et al. (2017). "Adaptive Adjustment of Noise Covariance in Kalman Filter"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ED39FE6-806C-ADBA-2506-5D15104AB4C3}"/>
              </a:ext>
            </a:extLst>
          </p:cNvPr>
          <p:cNvSpPr/>
          <p:nvPr/>
        </p:nvSpPr>
        <p:spPr>
          <a:xfrm>
            <a:off x="341500" y="1531620"/>
            <a:ext cx="11639006" cy="50292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DB654BB-FB83-0704-B683-BA9E95C2FDCF}"/>
              </a:ext>
            </a:extLst>
          </p:cNvPr>
          <p:cNvSpPr/>
          <p:nvPr/>
        </p:nvSpPr>
        <p:spPr>
          <a:xfrm>
            <a:off x="506092" y="1555981"/>
            <a:ext cx="10872216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/>
              <a:t>The paper proposes an adaptive Kalman Filter framework that dynamically adjusts the process and measurement noise covariance matrices using innovation-based statistics.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2">
                <a:extLst>
                  <a:ext uri="{FF2B5EF4-FFF2-40B4-BE49-F238E27FC236}">
                    <a16:creationId xmlns:a16="http://schemas.microsoft.com/office/drawing/2014/main" id="{F6C7CA8F-6997-55D8-C08F-0BCFC68E70C6}"/>
                  </a:ext>
                </a:extLst>
              </p:cNvPr>
              <p:cNvSpPr/>
              <p:nvPr/>
            </p:nvSpPr>
            <p:spPr>
              <a:xfrm>
                <a:off x="341500" y="2144269"/>
                <a:ext cx="3129488" cy="3296328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State model: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baseline="-25000" dirty="0"/>
              </a:p>
              <a:p>
                <a:r>
                  <a:rPr lang="en-US" sz="1400" dirty="0"/>
                  <a:t>Measurement Equation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State vector.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measurement.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state transition matrix.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measurement matrix.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 process noise.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 measurement noise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Innovation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dirty="0"/>
                  <a:t>:  actual innovation covariance.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400" dirty="0"/>
                  <a:t>predicted innovation covariance.</a:t>
                </a:r>
              </a:p>
              <a:p>
                <a:pPr lvl="0"/>
                <a:endParaRPr lang="en-US" sz="1400" dirty="0"/>
              </a:p>
              <a:p>
                <a:pPr lvl="0"/>
                <a:endParaRPr lang="en-US" sz="140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5" name="Shape 12">
                <a:extLst>
                  <a:ext uri="{FF2B5EF4-FFF2-40B4-BE49-F238E27FC236}">
                    <a16:creationId xmlns:a16="http://schemas.microsoft.com/office/drawing/2014/main" id="{F6C7CA8F-6997-55D8-C08F-0BCFC68E70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00" y="2144269"/>
                <a:ext cx="3129488" cy="3296328"/>
              </a:xfrm>
              <a:prstGeom prst="rect">
                <a:avLst/>
              </a:prstGeom>
              <a:blipFill>
                <a:blip r:embed="rId2"/>
                <a:stretch>
                  <a:fillRect l="-388" t="-185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hape 12">
                <a:extLst>
                  <a:ext uri="{FF2B5EF4-FFF2-40B4-BE49-F238E27FC236}">
                    <a16:creationId xmlns:a16="http://schemas.microsoft.com/office/drawing/2014/main" id="{2D356913-A710-A118-71E0-89A1308B05EB}"/>
                  </a:ext>
                </a:extLst>
              </p:cNvPr>
              <p:cNvSpPr/>
              <p:nvPr/>
            </p:nvSpPr>
            <p:spPr>
              <a:xfrm>
                <a:off x="4239535" y="2144269"/>
                <a:ext cx="2569340" cy="860189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Prediction: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6" name="Shape 12">
                <a:extLst>
                  <a:ext uri="{FF2B5EF4-FFF2-40B4-BE49-F238E27FC236}">
                    <a16:creationId xmlns:a16="http://schemas.microsoft.com/office/drawing/2014/main" id="{2D356913-A710-A118-71E0-89A1308B05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535" y="2144269"/>
                <a:ext cx="2569340" cy="860189"/>
              </a:xfrm>
              <a:prstGeom prst="rect">
                <a:avLst/>
              </a:prstGeom>
              <a:blipFill>
                <a:blip r:embed="rId3"/>
                <a:stretch>
                  <a:fillRect l="-472" t="-699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2">
                <a:extLst>
                  <a:ext uri="{FF2B5EF4-FFF2-40B4-BE49-F238E27FC236}">
                    <a16:creationId xmlns:a16="http://schemas.microsoft.com/office/drawing/2014/main" id="{DEE5AE5D-72A2-CF1B-7EF3-6FA3D2BC620C}"/>
                  </a:ext>
                </a:extLst>
              </p:cNvPr>
              <p:cNvSpPr/>
              <p:nvPr/>
            </p:nvSpPr>
            <p:spPr>
              <a:xfrm>
                <a:off x="4158184" y="3196178"/>
                <a:ext cx="3129487" cy="1157882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Update: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8" name="Shape 12">
                <a:extLst>
                  <a:ext uri="{FF2B5EF4-FFF2-40B4-BE49-F238E27FC236}">
                    <a16:creationId xmlns:a16="http://schemas.microsoft.com/office/drawing/2014/main" id="{DEE5AE5D-72A2-CF1B-7EF3-6FA3D2BC62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184" y="3196178"/>
                <a:ext cx="3129487" cy="1157882"/>
              </a:xfrm>
              <a:prstGeom prst="rect">
                <a:avLst/>
              </a:prstGeom>
              <a:blipFill>
                <a:blip r:embed="rId4"/>
                <a:stretch>
                  <a:fillRect l="-388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590180BE-B1CD-7A9F-A4D1-6853DA1A8615}"/>
              </a:ext>
            </a:extLst>
          </p:cNvPr>
          <p:cNvCxnSpPr>
            <a:cxnSpLocks/>
            <a:stCxn id="16" idx="3"/>
            <a:endCxn id="18" idx="3"/>
          </p:cNvCxnSpPr>
          <p:nvPr/>
        </p:nvCxnSpPr>
        <p:spPr>
          <a:xfrm>
            <a:off x="6808875" y="2574364"/>
            <a:ext cx="478796" cy="1200755"/>
          </a:xfrm>
          <a:prstGeom prst="bentConnector3">
            <a:avLst>
              <a:gd name="adj1" fmla="val 1477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6FFA103B-9452-F516-BFA1-124CF9C43621}"/>
              </a:ext>
            </a:extLst>
          </p:cNvPr>
          <p:cNvCxnSpPr>
            <a:cxnSpLocks/>
            <a:stCxn id="18" idx="1"/>
            <a:endCxn id="16" idx="1"/>
          </p:cNvCxnSpPr>
          <p:nvPr/>
        </p:nvCxnSpPr>
        <p:spPr>
          <a:xfrm rot="10800000" flipH="1">
            <a:off x="4158183" y="2574365"/>
            <a:ext cx="81351" cy="1200755"/>
          </a:xfrm>
          <a:prstGeom prst="bentConnector3">
            <a:avLst>
              <a:gd name="adj1" fmla="val -2810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hape 12">
            <a:extLst>
              <a:ext uri="{FF2B5EF4-FFF2-40B4-BE49-F238E27FC236}">
                <a16:creationId xmlns:a16="http://schemas.microsoft.com/office/drawing/2014/main" id="{6ABA3E26-1E93-6A88-B902-7D6F05A442CB}"/>
              </a:ext>
            </a:extLst>
          </p:cNvPr>
          <p:cNvSpPr/>
          <p:nvPr/>
        </p:nvSpPr>
        <p:spPr>
          <a:xfrm>
            <a:off x="341500" y="5515698"/>
            <a:ext cx="3129488" cy="86644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The Innovation is the </a:t>
            </a:r>
            <a:r>
              <a:rPr lang="en-US" sz="1400" b="1" dirty="0"/>
              <a:t>"Surprise"</a:t>
            </a:r>
            <a:r>
              <a:rPr lang="en-US" sz="1400" dirty="0"/>
              <a:t> factor. It is the difference between what the sensor </a:t>
            </a:r>
            <a:r>
              <a:rPr lang="en-US" sz="1400" b="1" dirty="0"/>
              <a:t>actually saw</a:t>
            </a:r>
            <a:r>
              <a:rPr lang="en-US" sz="1400" dirty="0"/>
              <a:t> and what the Kalman Filter </a:t>
            </a:r>
            <a:r>
              <a:rPr lang="en-US" sz="1400" b="1" dirty="0"/>
              <a:t>predicted</a:t>
            </a:r>
            <a:r>
              <a:rPr lang="en-US" sz="1400" dirty="0"/>
              <a:t> it would see.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hape 12">
                <a:extLst>
                  <a:ext uri="{FF2B5EF4-FFF2-40B4-BE49-F238E27FC236}">
                    <a16:creationId xmlns:a16="http://schemas.microsoft.com/office/drawing/2014/main" id="{FC754F15-FCE0-13E9-5B93-9EDB00A0E534}"/>
                  </a:ext>
                </a:extLst>
              </p:cNvPr>
              <p:cNvSpPr/>
              <p:nvPr/>
            </p:nvSpPr>
            <p:spPr>
              <a:xfrm>
                <a:off x="3782568" y="4604311"/>
                <a:ext cx="3880724" cy="1395416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dirty="0"/>
                  <a:t>Adaptive Covariance Update:</a:t>
                </a:r>
              </a:p>
              <a:p>
                <a:r>
                  <a:rPr lang="en-US" sz="1400" dirty="0"/>
                  <a:t>Innovation: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  <a:p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Shape 12">
                <a:extLst>
                  <a:ext uri="{FF2B5EF4-FFF2-40B4-BE49-F238E27FC236}">
                    <a16:creationId xmlns:a16="http://schemas.microsoft.com/office/drawing/2014/main" id="{FC754F15-FCE0-13E9-5B93-9EDB00A0E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568" y="4604311"/>
                <a:ext cx="3880724" cy="1395416"/>
              </a:xfrm>
              <a:prstGeom prst="rect">
                <a:avLst/>
              </a:prstGeom>
              <a:blipFill>
                <a:blip r:embed="rId5"/>
                <a:stretch>
                  <a:fillRect l="-313" b="-3030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49C87EC-64A6-B01B-4615-1D2473CEBB5B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 rot="16200000" flipH="1">
            <a:off x="5597804" y="4479184"/>
            <a:ext cx="250251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Shape 12">
            <a:extLst>
              <a:ext uri="{FF2B5EF4-FFF2-40B4-BE49-F238E27FC236}">
                <a16:creationId xmlns:a16="http://schemas.microsoft.com/office/drawing/2014/main" id="{5451B845-FEE7-1DB1-39FA-B375DBE420DF}"/>
              </a:ext>
            </a:extLst>
          </p:cNvPr>
          <p:cNvSpPr/>
          <p:nvPr/>
        </p:nvSpPr>
        <p:spPr>
          <a:xfrm>
            <a:off x="7969776" y="4151915"/>
            <a:ext cx="3880724" cy="220979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 KF/EKF/UKF versions assume fixed and known noise covariances.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But real systems have: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Time-varying sensor noise.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Model uncertainties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Sensor degradation (e.g., batteries, IMUs, cameras)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Sudden nonlinear events (e.g., battery voltage knee)</a:t>
            </a:r>
          </a:p>
          <a:p>
            <a:endParaRPr lang="en-US" sz="1400" dirty="0"/>
          </a:p>
          <a:p>
            <a:pPr marL="800100" lvl="1" indent="-342900">
              <a:buFont typeface="+mj-lt"/>
              <a:buAutoNum type="arabicPeriod"/>
            </a:pP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Shape 12">
                <a:extLst>
                  <a:ext uri="{FF2B5EF4-FFF2-40B4-BE49-F238E27FC236}">
                    <a16:creationId xmlns:a16="http://schemas.microsoft.com/office/drawing/2014/main" id="{5D3B0771-E414-A870-6F96-CA1728AD4F7F}"/>
                  </a:ext>
                </a:extLst>
              </p:cNvPr>
              <p:cNvSpPr/>
              <p:nvPr/>
            </p:nvSpPr>
            <p:spPr>
              <a:xfrm>
                <a:off x="7969776" y="2091283"/>
                <a:ext cx="3880724" cy="1939542"/>
              </a:xfrm>
              <a:prstGeom prst="rect">
                <a:avLst/>
              </a:prstGeom>
              <a:noFill/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Innovation :</a:t>
                </a:r>
                <a:r>
                  <a:rPr lang="en-US" sz="1400" dirty="0"/>
                  <a:t>Difference between measured and predicted output.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Large innovation due to sensor noise →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Large innovation due to model mismatch →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/>
                  <a:t>controls smoothing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controls adaptation speed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77" name="Shape 12">
                <a:extLst>
                  <a:ext uri="{FF2B5EF4-FFF2-40B4-BE49-F238E27FC236}">
                    <a16:creationId xmlns:a16="http://schemas.microsoft.com/office/drawing/2014/main" id="{5D3B0771-E414-A870-6F96-CA1728AD4F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776" y="2091283"/>
                <a:ext cx="3880724" cy="1939542"/>
              </a:xfrm>
              <a:prstGeom prst="rect">
                <a:avLst/>
              </a:prstGeom>
              <a:blipFill>
                <a:blip r:embed="rId6"/>
                <a:stretch>
                  <a:fillRect t="-313" r="-626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258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6ABE-5C06-D0AA-EE41-DC887340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2FFD8-F6D4-D249-298F-3493C100A4F0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Tracking Test (1/2) - comparison between Adaptive Kamlan Filter &amp; Basic Kalman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6">
                <a:extLst>
                  <a:ext uri="{FF2B5EF4-FFF2-40B4-BE49-F238E27FC236}">
                    <a16:creationId xmlns:a16="http://schemas.microsoft.com/office/drawing/2014/main" id="{FF394A7D-4493-175D-0262-056C28496F49}"/>
                  </a:ext>
                </a:extLst>
              </p:cNvPr>
              <p:cNvSpPr/>
              <p:nvPr/>
            </p:nvSpPr>
            <p:spPr>
              <a:xfrm>
                <a:off x="475488" y="1610463"/>
                <a:ext cx="5394960" cy="24688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 dirty="0"/>
                  <a:t> </a:t>
                </a:r>
                <a:r>
                  <a:rPr lang="en-US" sz="1400" dirty="0"/>
                  <a:t>two-dimensional plane under a Constant Velocity motion, where: </a:t>
                </a:r>
              </a:p>
              <a:p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400" dirty="0"/>
                  <a:t> positions,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400" dirty="0"/>
                  <a:t>are velocities. </a:t>
                </a:r>
              </a:p>
              <a:p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400" dirty="0"/>
                  <a:t>, State Transition Model.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1400"/>
                      <m:t>noise</m:t>
                    </m:r>
                  </m:oMath>
                </a14:m>
                <a:r>
                  <a:rPr lang="en-US" sz="1400" dirty="0"/>
                  <a:t>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en-US" sz="1400" dirty="0"/>
                  <a:t>Measurement / Output Model</a:t>
                </a:r>
                <a:endParaRPr lang="en-US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Shape 6">
                <a:extLst>
                  <a:ext uri="{FF2B5EF4-FFF2-40B4-BE49-F238E27FC236}">
                    <a16:creationId xmlns:a16="http://schemas.microsoft.com/office/drawing/2014/main" id="{FF394A7D-4493-175D-0262-056C28496F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1610463"/>
                <a:ext cx="5394960" cy="2468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10">
                <a:extLst>
                  <a:ext uri="{FF2B5EF4-FFF2-40B4-BE49-F238E27FC236}">
                    <a16:creationId xmlns:a16="http://schemas.microsoft.com/office/drawing/2014/main" id="{C9BA761F-A555-E9B3-0550-E33F887432E8}"/>
                  </a:ext>
                </a:extLst>
              </p:cNvPr>
              <p:cNvSpPr/>
              <p:nvPr/>
            </p:nvSpPr>
            <p:spPr>
              <a:xfrm>
                <a:off x="475488" y="4145910"/>
                <a:ext cx="5394960" cy="212426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 sz="1400" dirty="0"/>
                  <a:t>The test consists of three phases: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Phase 1 – Healthy Sensor (k = 0–200):</a:t>
                </a:r>
                <a:endParaRPr lang="en-US" sz="1400" dirty="0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  <a:p>
                <a:pPr lvl="0"/>
                <a:endParaRPr lang="en-US" sz="1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Phase 2 – Severe Degradation (k = 200–500):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Phase 3 – Partial Recovery (k = 500–800):</a:t>
                </a:r>
                <a:br>
                  <a:rPr lang="en-US" sz="1400" dirty="0"/>
                </a:b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Shape 10">
                <a:extLst>
                  <a:ext uri="{FF2B5EF4-FFF2-40B4-BE49-F238E27FC236}">
                    <a16:creationId xmlns:a16="http://schemas.microsoft.com/office/drawing/2014/main" id="{C9BA761F-A555-E9B3-0550-E33F887432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4145910"/>
                <a:ext cx="5394960" cy="2124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01DEB43-DE77-73A9-D2BD-A96A71187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554" y="2295111"/>
            <a:ext cx="5486400" cy="27343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A81BD7-79F8-959A-F276-0D9A0313DEA8}"/>
              </a:ext>
            </a:extLst>
          </p:cNvPr>
          <p:cNvSpPr txBox="1"/>
          <p:nvPr/>
        </p:nvSpPr>
        <p:spPr>
          <a:xfrm>
            <a:off x="8225742" y="5040216"/>
            <a:ext cx="2168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Fig.2 Trajectory Tracking</a:t>
            </a:r>
          </a:p>
        </p:txBody>
      </p:sp>
    </p:spTree>
    <p:extLst>
      <p:ext uri="{BB962C8B-B14F-4D97-AF65-F5344CB8AC3E}">
        <p14:creationId xmlns:p14="http://schemas.microsoft.com/office/powerpoint/2010/main" val="283026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FA27E-8BC4-C904-BBF7-A7B0950B9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911A95-558A-058F-A73B-0A3EC00271FC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Tracking (2/2) - comparison between Adaptive Kamlan Filter &amp; Basic Kalman Filter (Results)</a:t>
            </a: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BC45DC7B-5568-9DF3-8F3E-54E6F8096DBB}"/>
              </a:ext>
            </a:extLst>
          </p:cNvPr>
          <p:cNvSpPr/>
          <p:nvPr/>
        </p:nvSpPr>
        <p:spPr>
          <a:xfrm>
            <a:off x="3914876" y="4991877"/>
            <a:ext cx="4362248" cy="863254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Root Mean Square Error (RMSE) Comparison:</a:t>
            </a:r>
          </a:p>
          <a:p>
            <a:r>
              <a:rPr lang="en-US" sz="1400" dirty="0"/>
              <a:t>•	Fixed Kalman Filter: 0.8973 </a:t>
            </a:r>
          </a:p>
          <a:p>
            <a:r>
              <a:rPr lang="en-US" sz="1400" dirty="0"/>
              <a:t>•	Adaptive Kalman Filter: 0.6723 </a:t>
            </a:r>
          </a:p>
          <a:p>
            <a:endParaRPr lang="en-US" sz="1400" dirty="0"/>
          </a:p>
          <a:p>
            <a:endParaRPr lang="en-US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18E0BA46-5C9C-7A60-C04F-74F0EA0496E7}"/>
              </a:ext>
            </a:extLst>
          </p:cNvPr>
          <p:cNvSpPr/>
          <p:nvPr/>
        </p:nvSpPr>
        <p:spPr>
          <a:xfrm>
            <a:off x="524754" y="4059936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25" name="Picture 24" descr="A graph with green lines&#10;&#10;AI-generated content may be incorrect.">
            <a:extLst>
              <a:ext uri="{FF2B5EF4-FFF2-40B4-BE49-F238E27FC236}">
                <a16:creationId xmlns:a16="http://schemas.microsoft.com/office/drawing/2014/main" id="{563EE8D7-6BEA-9C0F-845B-CE93AC864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310" y="1748787"/>
            <a:ext cx="5202936" cy="2585209"/>
          </a:xfrm>
          <a:prstGeom prst="rect">
            <a:avLst/>
          </a:prstGeom>
        </p:spPr>
      </p:pic>
      <p:pic>
        <p:nvPicPr>
          <p:cNvPr id="26" name="Picture 25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4AE37860-F762-1CA8-0252-43C650B14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22" y="2103350"/>
            <a:ext cx="5486400" cy="209855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DDCB1AD-85C3-EDF7-0D1B-282ED63A2235}"/>
              </a:ext>
            </a:extLst>
          </p:cNvPr>
          <p:cNvSpPr txBox="1"/>
          <p:nvPr/>
        </p:nvSpPr>
        <p:spPr>
          <a:xfrm>
            <a:off x="1767731" y="4365288"/>
            <a:ext cx="27169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Fig.3-Trajectory Tracking (Zoomed)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60733E-F978-A941-7147-585CE6397D8E}"/>
              </a:ext>
            </a:extLst>
          </p:cNvPr>
          <p:cNvSpPr txBox="1"/>
          <p:nvPr/>
        </p:nvSpPr>
        <p:spPr>
          <a:xfrm>
            <a:off x="7837013" y="4402080"/>
            <a:ext cx="2457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Fig.4 - Noise Estimation</a:t>
            </a:r>
          </a:p>
        </p:txBody>
      </p:sp>
    </p:spTree>
    <p:extLst>
      <p:ext uri="{BB962C8B-B14F-4D97-AF65-F5344CB8AC3E}">
        <p14:creationId xmlns:p14="http://schemas.microsoft.com/office/powerpoint/2010/main" val="1321326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05170-B545-A22D-6CD8-63E8C9CA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A053C7-2C37-E9F7-B719-3312CA6C305D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Battery State of Charge Estimation using Dual – Unscented Adaptive Kalman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6">
                <a:extLst>
                  <a:ext uri="{FF2B5EF4-FFF2-40B4-BE49-F238E27FC236}">
                    <a16:creationId xmlns:a16="http://schemas.microsoft.com/office/drawing/2014/main" id="{1FEC7F08-1C9B-5F10-9687-D0CB2B78F8DD}"/>
                  </a:ext>
                </a:extLst>
              </p:cNvPr>
              <p:cNvSpPr/>
              <p:nvPr/>
            </p:nvSpPr>
            <p:spPr>
              <a:xfrm>
                <a:off x="470005" y="1487139"/>
                <a:ext cx="5394960" cy="3026851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Equivalent Circuit Model (Thevenin):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𝑆𝑜𝐶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𝑝𝑜𝑙𝑎𝑟𝑖𝑧𝑎𝑡𝑖𝑜𝑛</m:t>
                                </m:r>
                              </m:sub>
                            </m:sSub>
                          </m:e>
                        </m:eqAr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4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Control Input: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nor/>
                      </m:rPr>
                      <a:rPr lang="en-US" sz="1400"/>
                      <m:t>(</m:t>
                    </m:r>
                    <m:r>
                      <m:rPr>
                        <m:nor/>
                      </m:rPr>
                      <a:rPr lang="en-US" sz="1400"/>
                      <m:t>Load</m:t>
                    </m:r>
                    <m:r>
                      <m:rPr>
                        <m:nor/>
                      </m:rPr>
                      <a:rPr lang="en-US" sz="1400"/>
                      <m:t> </m:t>
                    </m:r>
                    <m:r>
                      <m:rPr>
                        <m:nor/>
                      </m:rPr>
                      <a:rPr lang="en-US" sz="1400"/>
                      <m:t>Current</m:t>
                    </m:r>
                    <m:r>
                      <m:rPr>
                        <m:nor/>
                      </m:rPr>
                      <a:rPr lang="en-US" sz="1400"/>
                      <m:t>)</m:t>
                    </m:r>
                  </m:oMath>
                </a14:m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Measurement Function: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𝑜𝑐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𝑆𝑜𝐶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1400" dirty="0"/>
              </a:p>
              <a:p>
                <a:r>
                  <a:rPr lang="en-US" sz="1400" i="1" dirty="0"/>
                  <a:t>*where Voc (SoC)is a nonlinear 6th-order polynomial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State Transition Function </a:t>
                </a:r>
                <a14:m>
                  <m:oMath xmlns:m="http://schemas.openxmlformats.org/officeDocument/2006/math">
                    <m:r>
                      <a:rPr lang="en-US" sz="14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𝑆𝑜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𝑆𝑜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sz="1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sepChr m:val="−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p>
                          <m:s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4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40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p>
                        </m:sSup>
                      </m:e>
                    </m:d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400" dirty="0"/>
              </a:p>
              <a:p>
                <a:r>
                  <a:rPr lang="en-US" sz="1400" dirty="0"/>
                  <a:t>Dataset: NASA Battery Data Set (B0005), featuring accelerated aging profiles at room temperature.</a:t>
                </a:r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Shape 6">
                <a:extLst>
                  <a:ext uri="{FF2B5EF4-FFF2-40B4-BE49-F238E27FC236}">
                    <a16:creationId xmlns:a16="http://schemas.microsoft.com/office/drawing/2014/main" id="{1FEC7F08-1C9B-5F10-9687-D0CB2B78F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05" y="1487139"/>
                <a:ext cx="5394960" cy="30268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10">
                <a:extLst>
                  <a:ext uri="{FF2B5EF4-FFF2-40B4-BE49-F238E27FC236}">
                    <a16:creationId xmlns:a16="http://schemas.microsoft.com/office/drawing/2014/main" id="{4873F989-3197-10B7-D341-B9E2BA8E1FAF}"/>
                  </a:ext>
                </a:extLst>
              </p:cNvPr>
              <p:cNvSpPr/>
              <p:nvPr/>
            </p:nvSpPr>
            <p:spPr>
              <a:xfrm>
                <a:off x="475488" y="4674637"/>
                <a:ext cx="5394960" cy="129695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/>
                  <a:t>The estimated voltage (red dashed line) exhibits near-perfect tracking of the true sensor voltage (black line). Crucially, the filter maintains lock during the rapid voltage collapse at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3300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dirty="0"/>
                  <a:t>(the “knee”), a region where standard physics-based filters typically diverge due to unmodeled electrochemical stiffness.</a:t>
                </a:r>
              </a:p>
            </p:txBody>
          </p:sp>
        </mc:Choice>
        <mc:Fallback xmlns="">
          <p:sp>
            <p:nvSpPr>
              <p:cNvPr id="7" name="Shape 10">
                <a:extLst>
                  <a:ext uri="{FF2B5EF4-FFF2-40B4-BE49-F238E27FC236}">
                    <a16:creationId xmlns:a16="http://schemas.microsoft.com/office/drawing/2014/main" id="{4873F989-3197-10B7-D341-B9E2BA8E1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4674637"/>
                <a:ext cx="5394960" cy="1296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105C9787-AE3E-DD3B-3FE5-92BE1DC92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10" y="1647786"/>
            <a:ext cx="6115541" cy="30268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6D5BF4-AC78-16E8-7196-9340DBBC50B1}"/>
              </a:ext>
            </a:extLst>
          </p:cNvPr>
          <p:cNvSpPr txBox="1"/>
          <p:nvPr/>
        </p:nvSpPr>
        <p:spPr>
          <a:xfrm>
            <a:off x="7696712" y="4747483"/>
            <a:ext cx="2457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Fig.4 - DA UFK for Battery State of Charge</a:t>
            </a:r>
          </a:p>
        </p:txBody>
      </p:sp>
    </p:spTree>
    <p:extLst>
      <p:ext uri="{BB962C8B-B14F-4D97-AF65-F5344CB8AC3E}">
        <p14:creationId xmlns:p14="http://schemas.microsoft.com/office/powerpoint/2010/main" val="2666632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3692-9731-E5F1-1642-ECDBB69E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4177D2-E791-E767-95BA-57AA1F626871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Battery State of Charge Estimation using Dual – Adaptive Kalman Filter (Results)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10">
                <a:extLst>
                  <a:ext uri="{FF2B5EF4-FFF2-40B4-BE49-F238E27FC236}">
                    <a16:creationId xmlns:a16="http://schemas.microsoft.com/office/drawing/2014/main" id="{FF4C3443-5FDB-087F-A163-94D40F17EC7D}"/>
                  </a:ext>
                </a:extLst>
              </p:cNvPr>
              <p:cNvSpPr/>
              <p:nvPr/>
            </p:nvSpPr>
            <p:spPr>
              <a:xfrm>
                <a:off x="360162" y="4963886"/>
                <a:ext cx="5532120" cy="1306285"/>
              </a:xfrm>
              <a:prstGeom prst="rect">
                <a:avLst/>
              </a:prstGeom>
              <a:solidFill>
                <a:srgbClr val="F7F9FB"/>
              </a:solid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/>
                  <a:t>Stable Region (0–3000 s):</a:t>
                </a:r>
                <a:br>
                  <a:rPr lang="en-US" sz="1400" dirty="0"/>
                </a:br>
                <a:r>
                  <a:rPr lang="en-US" sz="1400" dirty="0"/>
                  <a:t>Throughout most of the discharge cycle, the NIS remains below its theoretical mean: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𝕀𝕊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indicating a slightly conservative but stable voltage model in the linear SoC region.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21" name="Shape 10">
                <a:extLst>
                  <a:ext uri="{FF2B5EF4-FFF2-40B4-BE49-F238E27FC236}">
                    <a16:creationId xmlns:a16="http://schemas.microsoft.com/office/drawing/2014/main" id="{FF4C3443-5FDB-087F-A163-94D40F17EC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62" y="4963886"/>
                <a:ext cx="5532120" cy="1306285"/>
              </a:xfrm>
              <a:prstGeom prst="rect">
                <a:avLst/>
              </a:prstGeom>
              <a:blipFill>
                <a:blip r:embed="rId2"/>
                <a:stretch>
                  <a:fillRect l="-220" b="-9217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hape 12">
                <a:extLst>
                  <a:ext uri="{FF2B5EF4-FFF2-40B4-BE49-F238E27FC236}">
                    <a16:creationId xmlns:a16="http://schemas.microsoft.com/office/drawing/2014/main" id="{E827CC5B-0B43-D95A-6D80-41D8780877E4}"/>
                  </a:ext>
                </a:extLst>
              </p:cNvPr>
              <p:cNvSpPr/>
              <p:nvPr/>
            </p:nvSpPr>
            <p:spPr>
              <a:xfrm>
                <a:off x="6194034" y="4957355"/>
                <a:ext cx="5532120" cy="1306285"/>
              </a:xfrm>
              <a:prstGeom prst="rect">
                <a:avLst/>
              </a:prstGeom>
              <a:solidFill>
                <a:srgbClr val="F7F9FB"/>
              </a:solid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 sz="1400" b="1" dirty="0"/>
                  <a:t>Nonlinear Knee Detection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3300</m:t>
                    </m:r>
                    <m:r>
                      <m:rPr>
                        <m:nor/>
                      </m:rPr>
                      <a:rPr lang="en-US" sz="1400"/>
                      <m:t> </m:t>
                    </m:r>
                  </m:oMath>
                </a14:m>
                <a:r>
                  <a:rPr lang="en-US" sz="1400" dirty="0"/>
                  <a:t>s</a:t>
                </a:r>
                <a:r>
                  <a:rPr lang="en-US" sz="1400" b="1" dirty="0"/>
                  <a:t>):</a:t>
                </a:r>
                <a:br>
                  <a:rPr lang="en-US" sz="1400" dirty="0"/>
                </a:br>
                <a:r>
                  <a:rPr lang="en-US" sz="1400" dirty="0"/>
                  <a:t>A pronounced spike in the NIS is observed: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400"/>
                            <m:t>NIS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≫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95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This spike coincides with the deep-discharge knee, where internal resistance increases sharply and voltage collapses nonlinearly.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23" name="Shape 12">
                <a:extLst>
                  <a:ext uri="{FF2B5EF4-FFF2-40B4-BE49-F238E27FC236}">
                    <a16:creationId xmlns:a16="http://schemas.microsoft.com/office/drawing/2014/main" id="{E827CC5B-0B43-D95A-6D80-41D878087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034" y="4957355"/>
                <a:ext cx="5532120" cy="1306285"/>
              </a:xfrm>
              <a:prstGeom prst="rect">
                <a:avLst/>
              </a:prstGeom>
              <a:blipFill>
                <a:blip r:embed="rId3"/>
                <a:stretch>
                  <a:fillRect l="-220" t="-461"/>
                </a:stretch>
              </a:blipFill>
              <a:ln w="12700">
                <a:solidFill>
                  <a:srgbClr val="C8D0D8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13">
            <a:extLst>
              <a:ext uri="{FF2B5EF4-FFF2-40B4-BE49-F238E27FC236}">
                <a16:creationId xmlns:a16="http://schemas.microsoft.com/office/drawing/2014/main" id="{031176B5-6007-993C-64A0-450D34498B77}"/>
              </a:ext>
            </a:extLst>
          </p:cNvPr>
          <p:cNvSpPr/>
          <p:nvPr/>
        </p:nvSpPr>
        <p:spPr>
          <a:xfrm>
            <a:off x="6194034" y="4059936"/>
            <a:ext cx="5202936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[Plot 4: Innovation whiteness / residual analysis]</a:t>
            </a:r>
            <a:endParaRPr lang="en-US" sz="1400" dirty="0"/>
          </a:p>
        </p:txBody>
      </p:sp>
      <p:pic>
        <p:nvPicPr>
          <p:cNvPr id="3" name="Picture 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FCA9BCA2-21BB-9E9F-8D77-5A3EC0D34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282" y="1519982"/>
            <a:ext cx="6115541" cy="3026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D6AC11-AC61-89D8-C895-164F8D3A8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006" y="1595385"/>
            <a:ext cx="5486400" cy="26968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D1EC45-5FD3-EB97-9411-6B89A0457E4B}"/>
              </a:ext>
            </a:extLst>
          </p:cNvPr>
          <p:cNvSpPr txBox="1"/>
          <p:nvPr/>
        </p:nvSpPr>
        <p:spPr>
          <a:xfrm>
            <a:off x="1769441" y="4285223"/>
            <a:ext cx="2457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Fig.4 – Normalized Innovation Squared (NIS)</a:t>
            </a:r>
          </a:p>
        </p:txBody>
      </p:sp>
    </p:spTree>
    <p:extLst>
      <p:ext uri="{BB962C8B-B14F-4D97-AF65-F5344CB8AC3E}">
        <p14:creationId xmlns:p14="http://schemas.microsoft.com/office/powerpoint/2010/main" val="1418304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">
            <a:extLst>
              <a:ext uri="{FF2B5EF4-FFF2-40B4-BE49-F238E27FC236}">
                <a16:creationId xmlns:a16="http://schemas.microsoft.com/office/drawing/2014/main" id="{11E1E0F2-8041-815D-9227-FB18CC15C3E9}"/>
              </a:ext>
            </a:extLst>
          </p:cNvPr>
          <p:cNvSpPr/>
          <p:nvPr/>
        </p:nvSpPr>
        <p:spPr>
          <a:xfrm>
            <a:off x="7793992" y="1580796"/>
            <a:ext cx="4121200" cy="426949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0740C970-5766-8EC9-1A2E-DB345B313A74}"/>
              </a:ext>
            </a:extLst>
          </p:cNvPr>
          <p:cNvSpPr/>
          <p:nvPr/>
        </p:nvSpPr>
        <p:spPr>
          <a:xfrm>
            <a:off x="4845325" y="1580797"/>
            <a:ext cx="2899083" cy="4269497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A569D-B0F1-BF08-D8DB-F5E2A2129E61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Simulation Creates Synthetic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6"/>
              <p:cNvSpPr/>
              <p:nvPr/>
            </p:nvSpPr>
            <p:spPr>
              <a:xfrm>
                <a:off x="475488" y="1580797"/>
                <a:ext cx="4292455" cy="426949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 sz="1400" b="1" dirty="0"/>
                  <a:t>Data generation plan (for ML Training):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b="1" dirty="0"/>
                  <a:t>Exported Variables</a:t>
                </a:r>
                <a:r>
                  <a:rPr lang="en-US" sz="1400" dirty="0"/>
                  <a:t>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Inputs (Features):</a:t>
                </a:r>
                <a:r>
                  <a:rPr lang="en-US" sz="1400" dirty="0"/>
                  <a:t> Innovation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sz="1400" dirty="0"/>
                  <a:t>), NIS, Voltage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400" dirty="0"/>
                  <a:t>), Current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400" dirty="0"/>
                  <a:t>).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Targets (Labels):</a:t>
                </a:r>
                <a:r>
                  <a:rPr lang="en-US" sz="1400" dirty="0"/>
                  <a:t> True Error Magnitude, Optimal Noise Scaling Factors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J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𝑠𝑐𝑎𝑙𝑒</m:t>
                        </m:r>
                      </m:sub>
                    </m:sSub>
                    <m:r>
                      <a:rPr lang="ar-JO" sz="1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JO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JO" sz="1400" i="1">
                            <a:latin typeface="Cambria Math" panose="02040503050406030204" pitchFamily="18" charset="0"/>
                          </a:rPr>
                          <m:t>𝑠𝑐𝑎𝑙𝑒</m:t>
                        </m:r>
                      </m:sub>
                    </m:sSub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b="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b="1" dirty="0"/>
                  <a:t>Statistics: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#runs:</a:t>
                </a:r>
                <a:r>
                  <a:rPr lang="en-US" sz="1400" dirty="0"/>
                  <a:t> 1,000 Monte Carlo simulations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Length:</a:t>
                </a:r>
                <a:r>
                  <a:rPr lang="en-US" sz="1400" dirty="0"/>
                  <a:t> 3,600 steps per run (equivalent to 1 </a:t>
                </a:r>
                <a:r>
                  <a:rPr lang="en-US" sz="1400" dirty="0" err="1"/>
                  <a:t>hr</a:t>
                </a:r>
                <a:r>
                  <a:rPr lang="en-US" sz="1400" dirty="0"/>
                  <a:t> discharge)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Sampling rate:</a:t>
                </a:r>
                <a:r>
                  <a:rPr lang="en-US" sz="1400" dirty="0"/>
                  <a:t> 10 Hz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400" dirty="0"/>
                  <a:t>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400" b="1" dirty="0"/>
                  <a:t>Variations: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Initial Conditions:</a:t>
                </a:r>
                <a:r>
                  <a:rPr lang="en-US" sz="1400" dirty="0"/>
                  <a:t> Randomized initial SoC 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%±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1400" dirty="0"/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Noise Profiles:</a:t>
                </a:r>
                <a:r>
                  <a:rPr lang="en-US" sz="1400" dirty="0"/>
                  <a:t> Injection of random "Sensor Drifts" and "Resistance Jumps" to simulate aging</a:t>
                </a:r>
                <a:endParaRPr lang="en-US" sz="1400" b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400" dirty="0"/>
              </a:p>
            </p:txBody>
          </p:sp>
        </mc:Choice>
        <mc:Fallback xmlns="">
          <p:sp>
            <p:nvSpPr>
              <p:cNvPr id="10" name="Shap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" y="1580797"/>
                <a:ext cx="4292455" cy="42694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8D0D8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2">
            <a:extLst>
              <a:ext uri="{FF2B5EF4-FFF2-40B4-BE49-F238E27FC236}">
                <a16:creationId xmlns:a16="http://schemas.microsoft.com/office/drawing/2014/main" id="{EC3A955A-6182-D4AE-B4D9-9BBF5E41E896}"/>
              </a:ext>
            </a:extLst>
          </p:cNvPr>
          <p:cNvSpPr/>
          <p:nvPr/>
        </p:nvSpPr>
        <p:spPr>
          <a:xfrm>
            <a:off x="5064019" y="1743069"/>
            <a:ext cx="2569340" cy="58752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/>
              <a:t>Thevenin Physics Model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B39E17D-B248-3ACE-BFE6-0BB0C2063688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 rot="16200000" flipH="1">
            <a:off x="6187067" y="2492211"/>
            <a:ext cx="326224" cy="2981"/>
          </a:xfrm>
          <a:prstGeom prst="bentConnector3">
            <a:avLst>
              <a:gd name="adj1" fmla="val -2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 12">
            <a:extLst>
              <a:ext uri="{FF2B5EF4-FFF2-40B4-BE49-F238E27FC236}">
                <a16:creationId xmlns:a16="http://schemas.microsoft.com/office/drawing/2014/main" id="{E9A69F4B-54B6-07BE-7930-D4DFB6C21DBD}"/>
              </a:ext>
            </a:extLst>
          </p:cNvPr>
          <p:cNvSpPr/>
          <p:nvPr/>
        </p:nvSpPr>
        <p:spPr>
          <a:xfrm>
            <a:off x="5076331" y="4484304"/>
            <a:ext cx="2569340" cy="58752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sv-SE" sz="1400"/>
              <a:t>[Dataset (Train 70% / Val 15% / Test 15%)]</a:t>
            </a:r>
            <a:endParaRPr lang="en-US" sz="1400" dirty="0"/>
          </a:p>
        </p:txBody>
      </p:sp>
      <p:sp>
        <p:nvSpPr>
          <p:cNvPr id="24" name="Shape 12">
            <a:extLst>
              <a:ext uri="{FF2B5EF4-FFF2-40B4-BE49-F238E27FC236}">
                <a16:creationId xmlns:a16="http://schemas.microsoft.com/office/drawing/2014/main" id="{519A0265-5EA5-0F0C-22FE-A2BC286A09C7}"/>
              </a:ext>
            </a:extLst>
          </p:cNvPr>
          <p:cNvSpPr/>
          <p:nvPr/>
        </p:nvSpPr>
        <p:spPr>
          <a:xfrm>
            <a:off x="5076331" y="3570559"/>
            <a:ext cx="2569340" cy="58752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dirty="0"/>
              <a:t>[Extract Features (NIS, Innovation)]</a:t>
            </a:r>
          </a:p>
          <a:p>
            <a:endParaRPr lang="en-US" sz="14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A6ECB8DD-5D5B-CB8F-A67A-F8557EAB535C}"/>
              </a:ext>
            </a:extLst>
          </p:cNvPr>
          <p:cNvSpPr/>
          <p:nvPr/>
        </p:nvSpPr>
        <p:spPr>
          <a:xfrm>
            <a:off x="5067000" y="2656814"/>
            <a:ext cx="2569340" cy="587521"/>
          </a:xfrm>
          <a:prstGeom prst="rect">
            <a:avLst/>
          </a:prstGeom>
          <a:noFill/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it-IT" sz="1400" dirty="0"/>
              <a:t>Monte Carlo (Randomize Noise Params</a:t>
            </a:r>
            <a:endParaRPr lang="en-US" sz="14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5C86F3D-652C-A73F-EA3B-3BF73D864484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 rot="16200000" flipH="1">
            <a:off x="6193223" y="3402781"/>
            <a:ext cx="326224" cy="9331"/>
          </a:xfrm>
          <a:prstGeom prst="bentConnector3">
            <a:avLst>
              <a:gd name="adj1" fmla="val 2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23A9818F-64C6-34BF-42DD-A691009B714B}"/>
              </a:ext>
            </a:extLst>
          </p:cNvPr>
          <p:cNvCxnSpPr>
            <a:cxnSpLocks/>
            <a:stCxn id="24" idx="2"/>
            <a:endCxn id="23" idx="0"/>
          </p:cNvCxnSpPr>
          <p:nvPr/>
        </p:nvCxnSpPr>
        <p:spPr>
          <a:xfrm rot="5400000">
            <a:off x="6197889" y="4321192"/>
            <a:ext cx="326224" cy="12700"/>
          </a:xfrm>
          <a:prstGeom prst="bentConnector3">
            <a:avLst>
              <a:gd name="adj1" fmla="val -1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8D9DD117-8F08-A435-C582-253781BD3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629777"/>
              </p:ext>
            </p:extLst>
          </p:nvPr>
        </p:nvGraphicFramePr>
        <p:xfrm>
          <a:off x="7904035" y="1580797"/>
          <a:ext cx="4249864" cy="3975565"/>
        </p:xfrm>
        <a:graphic>
          <a:graphicData uri="http://schemas.openxmlformats.org/drawingml/2006/table">
            <a:tbl>
              <a:tblPr/>
              <a:tblGrid>
                <a:gridCol w="1062466">
                  <a:extLst>
                    <a:ext uri="{9D8B030D-6E8A-4147-A177-3AD203B41FA5}">
                      <a16:colId xmlns:a16="http://schemas.microsoft.com/office/drawing/2014/main" val="2396762456"/>
                    </a:ext>
                  </a:extLst>
                </a:gridCol>
                <a:gridCol w="1062466">
                  <a:extLst>
                    <a:ext uri="{9D8B030D-6E8A-4147-A177-3AD203B41FA5}">
                      <a16:colId xmlns:a16="http://schemas.microsoft.com/office/drawing/2014/main" val="1611050654"/>
                    </a:ext>
                  </a:extLst>
                </a:gridCol>
                <a:gridCol w="1062466">
                  <a:extLst>
                    <a:ext uri="{9D8B030D-6E8A-4147-A177-3AD203B41FA5}">
                      <a16:colId xmlns:a16="http://schemas.microsoft.com/office/drawing/2014/main" val="1647753629"/>
                    </a:ext>
                  </a:extLst>
                </a:gridCol>
                <a:gridCol w="1062466">
                  <a:extLst>
                    <a:ext uri="{9D8B030D-6E8A-4147-A177-3AD203B41FA5}">
                      <a16:colId xmlns:a16="http://schemas.microsoft.com/office/drawing/2014/main" val="2398123596"/>
                    </a:ext>
                  </a:extLst>
                </a:gridCol>
              </a:tblGrid>
              <a:tr h="649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Noise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Parameter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#Runs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413609"/>
                  </a:ext>
                </a:extLst>
              </a:tr>
              <a:tr h="649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 Gaussian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Ideal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349860"/>
                  </a:ext>
                </a:extLst>
              </a:tr>
              <a:tr h="649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Sensor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Linearly Increasing (R)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Bias + 0.1 mV/sec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493042"/>
                  </a:ext>
                </a:extLst>
              </a:tr>
              <a:tr h="917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Model 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Standard (Q)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Internal Resistance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038130"/>
                  </a:ext>
                </a:extLst>
              </a:tr>
              <a:tr h="763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Combined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 (R) + High (Q)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Sudden "Knee" &amp; Sensor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002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854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FAC9-0804-92A2-8F02-D172EE0C6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BBA48-C488-F7A7-399D-593468A3A227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Research Gap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474CB3-A3DF-049B-A2A5-73487F37E362}"/>
              </a:ext>
            </a:extLst>
          </p:cNvPr>
          <p:cNvGrpSpPr/>
          <p:nvPr/>
        </p:nvGrpSpPr>
        <p:grpSpPr>
          <a:xfrm>
            <a:off x="472751" y="1814245"/>
            <a:ext cx="11201400" cy="557784"/>
            <a:chOff x="472751" y="1497750"/>
            <a:chExt cx="11201400" cy="557784"/>
          </a:xfrm>
        </p:grpSpPr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A35FDE25-7394-2CE9-38BB-3EDBA948002A}"/>
                </a:ext>
              </a:extLst>
            </p:cNvPr>
            <p:cNvSpPr/>
            <p:nvPr/>
          </p:nvSpPr>
          <p:spPr>
            <a:xfrm>
              <a:off x="472751" y="1509373"/>
              <a:ext cx="11201400" cy="482153"/>
            </a:xfrm>
            <a:prstGeom prst="rect">
              <a:avLst/>
            </a:prstGeom>
            <a:solidFill>
              <a:srgbClr val="F7F9FB"/>
            </a:solidFill>
            <a:ln w="12700">
              <a:solidFill>
                <a:srgbClr val="C8D0D8"/>
              </a:solidFill>
              <a:prstDash val="solid"/>
            </a:ln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7F5735BF-9650-7AF0-1C1B-2ADF44E8B4CF}"/>
                </a:ext>
              </a:extLst>
            </p:cNvPr>
            <p:cNvSpPr/>
            <p:nvPr/>
          </p:nvSpPr>
          <p:spPr>
            <a:xfrm>
              <a:off x="472751" y="1497750"/>
              <a:ext cx="10872216" cy="5577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b="1" dirty="0"/>
                <a:t>Akhlaghi, S., et al. (2017):</a:t>
              </a:r>
              <a:r>
                <a:rPr lang="en-US" sz="1400" dirty="0"/>
                <a:t>  Proposed "Innovation Covariance Matching" using a sliding window (e.g.	, N = 30 samples) to estimate noise statistics.</a:t>
              </a:r>
            </a:p>
          </p:txBody>
        </p:sp>
      </p:grpSp>
      <p:sp>
        <p:nvSpPr>
          <p:cNvPr id="22" name="Shape 8">
            <a:extLst>
              <a:ext uri="{FF2B5EF4-FFF2-40B4-BE49-F238E27FC236}">
                <a16:creationId xmlns:a16="http://schemas.microsoft.com/office/drawing/2014/main" id="{0F9F5606-5B07-89D7-0E6B-077BAD621452}"/>
              </a:ext>
            </a:extLst>
          </p:cNvPr>
          <p:cNvSpPr/>
          <p:nvPr/>
        </p:nvSpPr>
        <p:spPr>
          <a:xfrm>
            <a:off x="472751" y="2549310"/>
            <a:ext cx="55321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6F96695-93E8-1ACE-9798-F733E5CAC407}"/>
              </a:ext>
            </a:extLst>
          </p:cNvPr>
          <p:cNvSpPr/>
          <p:nvPr/>
        </p:nvSpPr>
        <p:spPr>
          <a:xfrm>
            <a:off x="637343" y="2659038"/>
            <a:ext cx="5202936" cy="1746504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Gap Statement (The Limitation):The "Window" Problem:</a:t>
            </a:r>
            <a:r>
              <a:rPr lang="en-US" sz="1400" dirty="0"/>
              <a:t> Statistical methods rely on averaging past errors. This creates a </a:t>
            </a:r>
            <a:r>
              <a:rPr lang="en-US" sz="1400" b="1" dirty="0"/>
              <a:t>mathematical lag</a:t>
            </a:r>
            <a:r>
              <a:rPr lang="en-US" sz="1400" dirty="0"/>
              <a:t>. The filter only adapts </a:t>
            </a:r>
            <a:r>
              <a:rPr lang="en-US" sz="1400" i="1" dirty="0"/>
              <a:t>after</a:t>
            </a:r>
            <a:r>
              <a:rPr lang="en-US" sz="1400" dirty="0"/>
              <a:t> the failure has occurred and the window fills up.</a:t>
            </a:r>
          </a:p>
          <a:p>
            <a:r>
              <a:rPr lang="en-US" sz="1400" b="1" dirty="0"/>
              <a:t>Reactive vs. Predictive:</a:t>
            </a:r>
            <a:r>
              <a:rPr lang="en-US" sz="1400" dirty="0"/>
              <a:t> The current DA-UKF is </a:t>
            </a:r>
            <a:r>
              <a:rPr lang="en-US" sz="1400" b="1" dirty="0"/>
              <a:t>reactive</a:t>
            </a:r>
            <a:r>
              <a:rPr lang="en-US" sz="1400" dirty="0"/>
              <a:t>—it sees a spike and fixes it. It cannot detect the subtle "precursors" of a battery voltage collapse (the "Knee") before the actual drop happens.</a:t>
            </a: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45D9AB1-A504-578C-774E-13A6AB0513FA}"/>
              </a:ext>
            </a:extLst>
          </p:cNvPr>
          <p:cNvSpPr/>
          <p:nvPr/>
        </p:nvSpPr>
        <p:spPr>
          <a:xfrm>
            <a:off x="6233471" y="2549310"/>
            <a:ext cx="54406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07BEC14F-66C8-8BEC-BCDE-7DE5D5B34747}"/>
              </a:ext>
            </a:extLst>
          </p:cNvPr>
          <p:cNvSpPr/>
          <p:nvPr/>
        </p:nvSpPr>
        <p:spPr>
          <a:xfrm>
            <a:off x="6233471" y="2595217"/>
            <a:ext cx="5111496" cy="174277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Proposed Contribution (AI / LSTM Integration):</a:t>
            </a:r>
          </a:p>
          <a:p>
            <a:r>
              <a:rPr lang="en-US" sz="1400" b="1" dirty="0"/>
              <a:t>Solution:</a:t>
            </a:r>
            <a:r>
              <a:rPr lang="en-US" sz="1400" dirty="0"/>
              <a:t> Replace the statistical sliding window with an </a:t>
            </a:r>
            <a:r>
              <a:rPr lang="en-US" sz="1400" b="1" dirty="0"/>
              <a:t>LSTM (Long Short-Term Memory)</a:t>
            </a:r>
            <a:r>
              <a:rPr lang="en-US" sz="1400" dirty="0"/>
              <a:t> Neural Network.</a:t>
            </a:r>
          </a:p>
          <a:p>
            <a:r>
              <a:rPr lang="en-US" sz="1400" b="1" dirty="0"/>
              <a:t>Why LSTM fills the gap: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Zero-Lag Adaptation:</a:t>
            </a:r>
            <a:r>
              <a:rPr lang="en-US" sz="1400" dirty="0"/>
              <a:t> Detects patterns instantly without waiting for a statistical window to fill.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Temporal Memory: </a:t>
            </a:r>
            <a:r>
              <a:rPr lang="en-US" sz="1400" dirty="0"/>
              <a:t>Learns cause-and-effect over time (e.g., current load causing later voltage drop) for predictive tuning.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6099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AFB4-6EE7-00D1-4270-EC9AF5DC0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6">
            <a:extLst>
              <a:ext uri="{FF2B5EF4-FFF2-40B4-BE49-F238E27FC236}">
                <a16:creationId xmlns:a16="http://schemas.microsoft.com/office/drawing/2014/main" id="{322EFAF4-588E-DB52-1AB6-3FACB2EF5414}"/>
              </a:ext>
            </a:extLst>
          </p:cNvPr>
          <p:cNvSpPr/>
          <p:nvPr/>
        </p:nvSpPr>
        <p:spPr>
          <a:xfrm>
            <a:off x="335280" y="3136748"/>
            <a:ext cx="11201400" cy="178553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3D0B1-4875-9340-174E-FD6497F377AE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Plan &amp; Features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9F937EF-05C4-F9B2-F4E5-7C30BF21B496}"/>
              </a:ext>
            </a:extLst>
          </p:cNvPr>
          <p:cNvSpPr/>
          <p:nvPr/>
        </p:nvSpPr>
        <p:spPr>
          <a:xfrm>
            <a:off x="0" y="6242739"/>
            <a:ext cx="12191695" cy="27432"/>
          </a:xfrm>
          <a:prstGeom prst="rect">
            <a:avLst/>
          </a:prstGeom>
          <a:solidFill>
            <a:srgbClr val="F0A010"/>
          </a:solidFill>
          <a:ln w="12700">
            <a:solidFill>
              <a:srgbClr val="F0A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02E1998A-C87D-5940-7F14-F13AF3F855A8}"/>
              </a:ext>
            </a:extLst>
          </p:cNvPr>
          <p:cNvSpPr/>
          <p:nvPr/>
        </p:nvSpPr>
        <p:spPr>
          <a:xfrm>
            <a:off x="335280" y="1657023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90D96930-4F97-1036-7A39-19C843F3A1DB}"/>
              </a:ext>
            </a:extLst>
          </p:cNvPr>
          <p:cNvSpPr/>
          <p:nvPr/>
        </p:nvSpPr>
        <p:spPr>
          <a:xfrm>
            <a:off x="499872" y="1719428"/>
            <a:ext cx="520293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design:</a:t>
            </a:r>
            <a:endParaRPr lang="en-US" sz="1400" b="1" dirty="0"/>
          </a:p>
          <a:p>
            <a:r>
              <a:rPr lang="en-US" sz="1400" b="1" dirty="0"/>
              <a:t>Dataset size:</a:t>
            </a:r>
            <a:r>
              <a:rPr lang="en-US" sz="1400" dirty="0"/>
              <a:t> </a:t>
            </a:r>
            <a:r>
              <a:rPr lang="en-US" sz="1400" b="1" dirty="0"/>
              <a:t>~50,000 samples</a:t>
            </a:r>
            <a:r>
              <a:rPr lang="en-US" sz="1400" dirty="0"/>
              <a:t> (Derived from 15 simulation runs × 3,600 time steps).</a:t>
            </a:r>
          </a:p>
          <a:p>
            <a:r>
              <a:rPr lang="en-US" sz="1400" b="1" dirty="0"/>
              <a:t>Split idea:</a:t>
            </a:r>
            <a:r>
              <a:rPr lang="en-US" sz="1400" dirty="0"/>
              <a:t> Train </a:t>
            </a:r>
            <a:r>
              <a:rPr lang="en-US" sz="1400" b="1" dirty="0"/>
              <a:t>70%</a:t>
            </a:r>
            <a:r>
              <a:rPr lang="en-US" sz="1400" dirty="0"/>
              <a:t> / Validation </a:t>
            </a:r>
            <a:r>
              <a:rPr lang="en-US" sz="1400" b="1" dirty="0"/>
              <a:t>15%</a:t>
            </a:r>
            <a:r>
              <a:rPr lang="en-US" sz="1400" dirty="0"/>
              <a:t> / Test </a:t>
            </a:r>
            <a:r>
              <a:rPr lang="en-US" sz="1400" b="1" dirty="0"/>
              <a:t>15%</a:t>
            </a:r>
            <a:r>
              <a:rPr lang="en-US" sz="1400" dirty="0"/>
              <a:t>.</a:t>
            </a:r>
          </a:p>
          <a:p>
            <a:r>
              <a:rPr lang="en-US" sz="1400" b="1" dirty="0"/>
              <a:t>Data format:</a:t>
            </a:r>
            <a:r>
              <a:rPr lang="en-US" sz="1400" dirty="0"/>
              <a:t> </a:t>
            </a:r>
            <a:r>
              <a:rPr lang="en-US" sz="1400" b="1" dirty="0"/>
              <a:t>CSV</a:t>
            </a:r>
            <a:r>
              <a:rPr lang="en-US" sz="1400" dirty="0"/>
              <a:t> (Time-series matrix).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06B4EB01-6F5C-67AB-B160-4AB0FEA85BC7}"/>
              </a:ext>
            </a:extLst>
          </p:cNvPr>
          <p:cNvSpPr/>
          <p:nvPr/>
        </p:nvSpPr>
        <p:spPr>
          <a:xfrm>
            <a:off x="6096000" y="1657023"/>
            <a:ext cx="5440680" cy="141732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9">
                <a:extLst>
                  <a:ext uri="{FF2B5EF4-FFF2-40B4-BE49-F238E27FC236}">
                    <a16:creationId xmlns:a16="http://schemas.microsoft.com/office/drawing/2014/main" id="{B5CBC09D-6398-843F-BE2D-CF258429CE82}"/>
                  </a:ext>
                </a:extLst>
              </p:cNvPr>
              <p:cNvSpPr/>
              <p:nvPr/>
            </p:nvSpPr>
            <p:spPr>
              <a:xfrm>
                <a:off x="6260592" y="1693599"/>
                <a:ext cx="5111496" cy="1380744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r>
                  <a:rPr lang="en-US" sz="1400" b="1" dirty="0"/>
                  <a:t>Learning Task: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Goal:</a:t>
                </a:r>
                <a:r>
                  <a:rPr lang="en-US" sz="1400" dirty="0"/>
                  <a:t> Predicting continuous values.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Target / Output: </a:t>
                </a:r>
                <a:r>
                  <a:rPr lang="en-US" sz="1400" dirty="0"/>
                  <a:t>Optimal scaling factors for Process Noise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/>
                  <a:t>) and Measurement Noise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400" dirty="0"/>
                  <a:t>).</a:t>
                </a:r>
              </a:p>
              <a:p>
                <a:r>
                  <a:rPr lang="en-US" sz="1400" dirty="0"/>
                  <a:t>Why it helps? - Instead of relying on fixed statistical formulas, the model learns battery-specific nonlinear aging patterns.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</p:txBody>
          </p:sp>
        </mc:Choice>
        <mc:Fallback xmlns="">
          <p:sp>
            <p:nvSpPr>
              <p:cNvPr id="8" name="Text 9">
                <a:extLst>
                  <a:ext uri="{FF2B5EF4-FFF2-40B4-BE49-F238E27FC236}">
                    <a16:creationId xmlns:a16="http://schemas.microsoft.com/office/drawing/2014/main" id="{B5CBC09D-6398-843F-BE2D-CF258429C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592" y="1693599"/>
                <a:ext cx="5111496" cy="1380744"/>
              </a:xfrm>
              <a:prstGeom prst="rect">
                <a:avLst/>
              </a:prstGeom>
              <a:blipFill>
                <a:blip r:embed="rId2"/>
                <a:stretch>
                  <a:fillRect l="-358" t="-885" b="-398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03796201-B905-B84E-F154-22F7B56DB8A9}"/>
              </a:ext>
            </a:extLst>
          </p:cNvPr>
          <p:cNvGrpSpPr/>
          <p:nvPr/>
        </p:nvGrpSpPr>
        <p:grpSpPr>
          <a:xfrm>
            <a:off x="335280" y="5060550"/>
            <a:ext cx="11201400" cy="1005840"/>
            <a:chOff x="335280" y="5264331"/>
            <a:chExt cx="11201400" cy="1005840"/>
          </a:xfrm>
        </p:grpSpPr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B51365BC-A8C9-1139-9735-DD2BC4ED5D85}"/>
                </a:ext>
              </a:extLst>
            </p:cNvPr>
            <p:cNvSpPr/>
            <p:nvPr/>
          </p:nvSpPr>
          <p:spPr>
            <a:xfrm>
              <a:off x="335280" y="5264331"/>
              <a:ext cx="11201400" cy="1005840"/>
            </a:xfrm>
            <a:prstGeom prst="rect">
              <a:avLst/>
            </a:prstGeom>
            <a:solidFill>
              <a:srgbClr val="F7F9FB"/>
            </a:solidFill>
            <a:ln w="12700">
              <a:solidFill>
                <a:srgbClr val="C8D0D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54817D2F-605C-2AF3-8B45-FEBFD3514E5A}"/>
                </a:ext>
              </a:extLst>
            </p:cNvPr>
            <p:cNvSpPr/>
            <p:nvPr/>
          </p:nvSpPr>
          <p:spPr>
            <a:xfrm>
              <a:off x="431292" y="5345519"/>
              <a:ext cx="10872216" cy="78638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400" b="1" dirty="0"/>
                <a:t>Candidate Algorithm:</a:t>
              </a:r>
              <a:r>
                <a:rPr lang="en-US" sz="1400" dirty="0"/>
                <a:t> </a:t>
              </a:r>
              <a:r>
                <a:rPr lang="en-US" sz="1400" b="1" dirty="0"/>
                <a:t>Simple LSTM (Long Short-Term Memory).</a:t>
              </a:r>
            </a:p>
            <a:p>
              <a:r>
                <a:rPr lang="en-US" sz="1400" b="1" dirty="0"/>
                <a:t>Reason:</a:t>
              </a:r>
              <a:r>
                <a:rPr lang="en-US" sz="1400" dirty="0"/>
                <a:t> LSTMs are lightweight, easy to implement in Python (</a:t>
              </a:r>
              <a:r>
                <a:rPr lang="en-US" sz="1400" dirty="0" err="1"/>
                <a:t>Keras</a:t>
              </a:r>
              <a:r>
                <a:rPr lang="en-US" sz="1400" dirty="0"/>
                <a:t>), and specifically designed to handle time-series memory (understanding that a voltage drop now relates to current usage seconds ago).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B5D29F2-11B4-60E9-A676-12255229F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02820"/>
              </p:ext>
            </p:extLst>
          </p:nvPr>
        </p:nvGraphicFramePr>
        <p:xfrm>
          <a:off x="335280" y="3150721"/>
          <a:ext cx="11201400" cy="1676400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15676923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1095681085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3502228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Source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Purpose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257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Innovation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Filter Output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raw error signal (Model vs Sensor).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194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NIS Score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Filter Output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Statistical trigger for model failure.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90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Voltage Slope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Sensor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Indicates proximity to the "Voltage Knee."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180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SoC Estimate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State Vector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Context (Failures occur near 0% SoC).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57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133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6EAD5-5FDC-6D9C-D7D5-7EE0C7D0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3367CC-721E-8143-2671-1808A220A700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D45D205-EB8B-4A0E-602C-8699F3873559}"/>
              </a:ext>
            </a:extLst>
          </p:cNvPr>
          <p:cNvGrpSpPr/>
          <p:nvPr/>
        </p:nvGrpSpPr>
        <p:grpSpPr>
          <a:xfrm>
            <a:off x="429986" y="1870974"/>
            <a:ext cx="5532120" cy="1558026"/>
            <a:chOff x="429986" y="1870974"/>
            <a:chExt cx="5532120" cy="1645920"/>
          </a:xfrm>
        </p:grpSpPr>
        <p:sp>
          <p:nvSpPr>
            <p:cNvPr id="2" name="Shape 6">
              <a:extLst>
                <a:ext uri="{FF2B5EF4-FFF2-40B4-BE49-F238E27FC236}">
                  <a16:creationId xmlns:a16="http://schemas.microsoft.com/office/drawing/2014/main" id="{334888E5-0FC5-34BA-1890-78BF0E0A11E3}"/>
                </a:ext>
              </a:extLst>
            </p:cNvPr>
            <p:cNvSpPr/>
            <p:nvPr/>
          </p:nvSpPr>
          <p:spPr>
            <a:xfrm>
              <a:off x="429986" y="1870974"/>
              <a:ext cx="5532120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D0D8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7">
                  <a:extLst>
                    <a:ext uri="{FF2B5EF4-FFF2-40B4-BE49-F238E27FC236}">
                      <a16:creationId xmlns:a16="http://schemas.microsoft.com/office/drawing/2014/main" id="{12014E7A-312F-7E0D-9BB0-314C5671B668}"/>
                    </a:ext>
                  </a:extLst>
                </p:cNvPr>
                <p:cNvSpPr/>
                <p:nvPr/>
              </p:nvSpPr>
              <p:spPr>
                <a:xfrm>
                  <a:off x="429986" y="1870974"/>
                  <a:ext cx="5440680" cy="1645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b="1" dirty="0"/>
                    <a:t>Sensors Needed: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Voltage </a:t>
                  </a:r>
                  <a:r>
                    <a:rPr lang="en-US" sz="1400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JO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JO" sz="14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JO" sz="1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400" dirty="0"/>
                    <a:t>Voltage Divider + 12-bit ADC (Range: 0–5V).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Current</a:t>
                  </a:r>
                  <a:r>
                    <a:rPr lang="en-US" sz="1400" dirty="0"/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ar-JO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JO" sz="1400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ar-JO" sz="1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1400" dirty="0"/>
                    <a:t>Hall Effect Sensor (e.g., ACS712) or Shunt Resistor.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Sampling Rate</a:t>
                  </a:r>
                  <a:r>
                    <a:rPr lang="en-US" sz="1400" dirty="0"/>
                    <a:t>: 10 Hz (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US" sz="1400" dirty="0"/>
                    <a:t>) — matches the simulation and is standard for BMS applications.</a:t>
                  </a:r>
                </a:p>
              </p:txBody>
            </p:sp>
          </mc:Choice>
          <mc:Fallback xmlns="">
            <p:sp>
              <p:nvSpPr>
                <p:cNvPr id="10" name="Text 7">
                  <a:extLst>
                    <a:ext uri="{FF2B5EF4-FFF2-40B4-BE49-F238E27FC236}">
                      <a16:creationId xmlns:a16="http://schemas.microsoft.com/office/drawing/2014/main" id="{12014E7A-312F-7E0D-9BB0-314C5671B6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9986" y="1870974"/>
                  <a:ext cx="5440680" cy="1645920"/>
                </a:xfrm>
                <a:prstGeom prst="rect">
                  <a:avLst/>
                </a:prstGeom>
                <a:blipFill>
                  <a:blip r:embed="rId2"/>
                  <a:stretch>
                    <a:fillRect l="-336" t="-781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75AEAD4-B50D-D517-9B88-C4CBD6748953}"/>
              </a:ext>
            </a:extLst>
          </p:cNvPr>
          <p:cNvGrpSpPr/>
          <p:nvPr/>
        </p:nvGrpSpPr>
        <p:grpSpPr>
          <a:xfrm>
            <a:off x="6190705" y="1870974"/>
            <a:ext cx="5440681" cy="1558026"/>
            <a:chOff x="6190705" y="1870974"/>
            <a:chExt cx="5440681" cy="1645920"/>
          </a:xfrm>
        </p:grpSpPr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0CED9015-16E1-5054-9AC9-2CCA0AD663A3}"/>
                </a:ext>
              </a:extLst>
            </p:cNvPr>
            <p:cNvSpPr/>
            <p:nvPr/>
          </p:nvSpPr>
          <p:spPr>
            <a:xfrm>
              <a:off x="6190706" y="1870974"/>
              <a:ext cx="5440680" cy="1645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D0D8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9">
                  <a:extLst>
                    <a:ext uri="{FF2B5EF4-FFF2-40B4-BE49-F238E27FC236}">
                      <a16:creationId xmlns:a16="http://schemas.microsoft.com/office/drawing/2014/main" id="{AD5C387F-5C01-0219-89D9-FF79C8EAD21E}"/>
                    </a:ext>
                  </a:extLst>
                </p:cNvPr>
                <p:cNvSpPr/>
                <p:nvPr/>
              </p:nvSpPr>
              <p:spPr>
                <a:xfrm>
                  <a:off x="6190705" y="1870974"/>
                  <a:ext cx="5440679" cy="1645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sz="1400" b="1" dirty="0"/>
                    <a:t>Real Data Collection Plan:</a:t>
                  </a:r>
                  <a:endParaRPr lang="en-US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Hardware Platform</a:t>
                  </a:r>
                  <a:r>
                    <a:rPr lang="en-US" sz="1400" dirty="0"/>
                    <a:t>: Microcontroller for handling matrix math.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Setup</a:t>
                  </a:r>
                  <a:r>
                    <a:rPr lang="en-US" sz="1400" dirty="0"/>
                    <a:t>: Controlled discharge of a generic 18650 Li-ion cell using an electronic load.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b="1" dirty="0"/>
                    <a:t>Storage</a:t>
                  </a:r>
                  <a:r>
                    <a:rPr lang="en-US" sz="1400" dirty="0"/>
                    <a:t>: Log sensor data (</a:t>
                  </a:r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𝐼</m:t>
                      </m:r>
                    </m:oMath>
                  </a14:m>
                  <a:r>
                    <a:rPr lang="en-US" sz="1400" dirty="0"/>
                    <a:t>) and estimator outputs (</a:t>
                  </a:r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𝑆𝑜𝐶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JO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JO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ar-JO" sz="1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ar-JO" sz="1400" dirty="0"/>
                    <a:t>) </a:t>
                  </a:r>
                  <a:r>
                    <a:rPr lang="en-US" sz="1400" dirty="0"/>
                    <a:t>to an SD card in CSV format.</a:t>
                  </a:r>
                  <a:br>
                    <a:rPr lang="en-US" sz="1400" dirty="0"/>
                  </a:br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 9">
                  <a:extLst>
                    <a:ext uri="{FF2B5EF4-FFF2-40B4-BE49-F238E27FC236}">
                      <a16:creationId xmlns:a16="http://schemas.microsoft.com/office/drawing/2014/main" id="{AD5C387F-5C01-0219-89D9-FF79C8EAD2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705" y="1870974"/>
                  <a:ext cx="5440679" cy="1645920"/>
                </a:xfrm>
                <a:prstGeom prst="rect">
                  <a:avLst/>
                </a:prstGeom>
                <a:blipFill>
                  <a:blip r:embed="rId3"/>
                  <a:stretch>
                    <a:fillRect l="-336" t="-781" r="-897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Shape 10">
            <a:extLst>
              <a:ext uri="{FF2B5EF4-FFF2-40B4-BE49-F238E27FC236}">
                <a16:creationId xmlns:a16="http://schemas.microsoft.com/office/drawing/2014/main" id="{A5B14A76-BC0F-0C42-E88C-DB90C8CA4694}"/>
              </a:ext>
            </a:extLst>
          </p:cNvPr>
          <p:cNvSpPr/>
          <p:nvPr/>
        </p:nvSpPr>
        <p:spPr>
          <a:xfrm>
            <a:off x="429986" y="3699774"/>
            <a:ext cx="5532120" cy="182880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1">
                <a:extLst>
                  <a:ext uri="{FF2B5EF4-FFF2-40B4-BE49-F238E27FC236}">
                    <a16:creationId xmlns:a16="http://schemas.microsoft.com/office/drawing/2014/main" id="{215B7A3C-32C3-C31E-8F73-48D1AFD04F69}"/>
                  </a:ext>
                </a:extLst>
              </p:cNvPr>
              <p:cNvSpPr/>
              <p:nvPr/>
            </p:nvSpPr>
            <p:spPr>
              <a:xfrm>
                <a:off x="429986" y="3699774"/>
                <a:ext cx="5532120" cy="1828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Expected Challenges: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Computational Load</a:t>
                </a:r>
                <a:r>
                  <a:rPr lang="en-US" sz="1400" dirty="0"/>
                  <a:t>: The UKF requires matrix inversion (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JO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JO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JO" sz="1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ar-JO" sz="14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ar-JO" sz="1400" dirty="0"/>
                  <a:t>),</a:t>
                </a:r>
                <a:r>
                  <a:rPr lang="en-US" sz="1400" dirty="0"/>
                  <a:t>which is heavy for a microcontroller; code optimization.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Non-Gaussian Noise</a:t>
                </a:r>
                <a:r>
                  <a:rPr lang="en-US" sz="1400" dirty="0"/>
                  <a:t>: Real electronics exhibit </a:t>
                </a:r>
                <a:r>
                  <a:rPr lang="en-US" sz="1400" b="1" dirty="0"/>
                  <a:t>60 Hz hum</a:t>
                </a:r>
                <a:r>
                  <a:rPr lang="en-US" sz="1400" dirty="0"/>
                  <a:t> and </a:t>
                </a:r>
                <a:r>
                  <a:rPr lang="en-US" sz="1400" b="1" dirty="0"/>
                  <a:t>bias drift</a:t>
                </a:r>
                <a:r>
                  <a:rPr lang="en-US" sz="1400" dirty="0"/>
                  <a:t>, violating the strict Gaussian noise assumption of the standard Kalman Filter.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b="1" dirty="0"/>
              </a:p>
            </p:txBody>
          </p:sp>
        </mc:Choice>
        <mc:Fallback xmlns="">
          <p:sp>
            <p:nvSpPr>
              <p:cNvPr id="15" name="Text 11">
                <a:extLst>
                  <a:ext uri="{FF2B5EF4-FFF2-40B4-BE49-F238E27FC236}">
                    <a16:creationId xmlns:a16="http://schemas.microsoft.com/office/drawing/2014/main" id="{215B7A3C-32C3-C31E-8F73-48D1AFD04F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86" y="3699774"/>
                <a:ext cx="5532120" cy="1828800"/>
              </a:xfrm>
              <a:prstGeom prst="rect">
                <a:avLst/>
              </a:prstGeom>
              <a:blipFill>
                <a:blip r:embed="rId4"/>
                <a:stretch>
                  <a:fillRect l="-331" t="-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2">
            <a:extLst>
              <a:ext uri="{FF2B5EF4-FFF2-40B4-BE49-F238E27FC236}">
                <a16:creationId xmlns:a16="http://schemas.microsoft.com/office/drawing/2014/main" id="{50293CA4-E340-CCB0-00AF-24A35DA1DE40}"/>
              </a:ext>
            </a:extLst>
          </p:cNvPr>
          <p:cNvSpPr/>
          <p:nvPr/>
        </p:nvSpPr>
        <p:spPr>
          <a:xfrm>
            <a:off x="6190706" y="3699774"/>
            <a:ext cx="5440680" cy="1828800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13">
                <a:extLst>
                  <a:ext uri="{FF2B5EF4-FFF2-40B4-BE49-F238E27FC236}">
                    <a16:creationId xmlns:a16="http://schemas.microsoft.com/office/drawing/2014/main" id="{6D676DFA-68E1-4B52-A870-F76B7DBC3A21}"/>
                  </a:ext>
                </a:extLst>
              </p:cNvPr>
              <p:cNvSpPr/>
              <p:nvPr/>
            </p:nvSpPr>
            <p:spPr>
              <a:xfrm>
                <a:off x="6355298" y="3809502"/>
                <a:ext cx="5111496" cy="1609344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b="1" dirty="0"/>
                  <a:t>Evaluation on Real System:</a:t>
                </a:r>
                <a:endParaRPr lang="en-US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Success Metric</a:t>
                </a:r>
                <a:r>
                  <a:rPr lang="en-US" sz="1400" dirty="0"/>
                  <a:t>: The </a:t>
                </a:r>
                <a:r>
                  <a:rPr lang="en-US" sz="1400" b="1" dirty="0"/>
                  <a:t>NIS (Normalized Innovation Squared)</a:t>
                </a:r>
                <a:r>
                  <a:rPr lang="en-US" sz="1400" dirty="0"/>
                  <a:t> must remain within the </a:t>
                </a:r>
                <a:r>
                  <a:rPr lang="en-US" sz="1400" b="1" dirty="0"/>
                  <a:t>95% confidence bound</a:t>
                </a:r>
                <a:r>
                  <a:rPr lang="en-US" sz="1400" dirty="0"/>
                  <a:t> (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lang="en-US" sz="1400" dirty="0"/>
                  <a:t>) during real-time operation.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b="1" dirty="0"/>
                  <a:t>Validation</a:t>
                </a:r>
                <a:r>
                  <a:rPr lang="en-US" sz="1400" dirty="0"/>
                  <a:t>: Periodically pause the discharge to allow the battery to rest, measure the true </a:t>
                </a:r>
                <a:r>
                  <a:rPr lang="en-US" sz="1400" b="1" dirty="0"/>
                  <a:t>Open Circuit Voltage (OCV)</a:t>
                </a:r>
                <a:r>
                  <a:rPr lang="en-US" sz="1400" dirty="0"/>
                  <a:t>, and compare it with the estimated SoC to compute </a:t>
                </a:r>
                <a:r>
                  <a:rPr lang="en-US" sz="1400" b="1" dirty="0"/>
                  <a:t>real-world RMSE</a:t>
                </a:r>
                <a:endParaRPr lang="en-US" sz="1400" dirty="0"/>
              </a:p>
            </p:txBody>
          </p:sp>
        </mc:Choice>
        <mc:Fallback xmlns="">
          <p:sp>
            <p:nvSpPr>
              <p:cNvPr id="19" name="Text 13">
                <a:extLst>
                  <a:ext uri="{FF2B5EF4-FFF2-40B4-BE49-F238E27FC236}">
                    <a16:creationId xmlns:a16="http://schemas.microsoft.com/office/drawing/2014/main" id="{6D676DFA-68E1-4B52-A870-F76B7DBC3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298" y="3809502"/>
                <a:ext cx="5111496" cy="1609344"/>
              </a:xfrm>
              <a:prstGeom prst="rect">
                <a:avLst/>
              </a:prstGeom>
              <a:blipFill>
                <a:blip r:embed="rId5"/>
                <a:stretch>
                  <a:fillRect l="-358" t="-758" r="-716" b="-227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319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CFAF-E7F7-7373-1EB6-78839471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70D90-1D1C-4A57-E338-DE371C429611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Simulations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68355B-670D-BE28-649F-BB84628DC2B7}"/>
              </a:ext>
            </a:extLst>
          </p:cNvPr>
          <p:cNvGrpSpPr/>
          <p:nvPr/>
        </p:nvGrpSpPr>
        <p:grpSpPr>
          <a:xfrm>
            <a:off x="495300" y="1719633"/>
            <a:ext cx="6241402" cy="1387462"/>
            <a:chOff x="495300" y="1719632"/>
            <a:chExt cx="4804488" cy="1417320"/>
          </a:xfrm>
        </p:grpSpPr>
        <p:sp>
          <p:nvSpPr>
            <p:cNvPr id="5" name="Shape 6"/>
            <p:cNvSpPr/>
            <p:nvPr/>
          </p:nvSpPr>
          <p:spPr>
            <a:xfrm>
              <a:off x="495300" y="1719632"/>
              <a:ext cx="4804488" cy="1417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D0D8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 7"/>
                <p:cNvSpPr/>
                <p:nvPr/>
              </p:nvSpPr>
              <p:spPr>
                <a:xfrm>
                  <a:off x="495300" y="1719632"/>
                  <a:ext cx="4655198" cy="130759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t"/>
                <a:lstStyle/>
                <a:p>
                  <a:r>
                    <a:rPr lang="en-US" sz="1400" b="1" dirty="0"/>
                    <a:t>What was done: 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/>
                    <a:t>Implemented Dual Adaptive UKF (DA-UKF) with simultaneous </a:t>
                  </a:r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en-US" sz="1400" dirty="0"/>
                    <a:t>&amp; </a:t>
                  </a:r>
                  <a14:m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en-US" sz="1400" dirty="0"/>
                    <a:t>tuning.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/>
                    <a:t>Validated on NASA Battery Data (Non-linear) and 2D Simulation (Sensor Failure).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1400" dirty="0"/>
                    <a:t>Achieved ~25% RMSE reduction in tracking compared to fixed filters.</a:t>
                  </a:r>
                  <a:endParaRPr lang="en-US" sz="1400" b="1" dirty="0"/>
                </a:p>
                <a:p>
                  <a:endParaRPr lang="en-US" sz="1400" b="1" dirty="0"/>
                </a:p>
              </p:txBody>
            </p:sp>
          </mc:Choice>
          <mc:Fallback xmlns="">
            <p:sp>
              <p:nvSpPr>
                <p:cNvPr id="6" name="Text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300" y="1719632"/>
                  <a:ext cx="4655198" cy="1307592"/>
                </a:xfrm>
                <a:prstGeom prst="rect">
                  <a:avLst/>
                </a:prstGeom>
                <a:blipFill>
                  <a:blip r:embed="rId11"/>
                  <a:stretch>
                    <a:fillRect l="-302" t="-952"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Shape 8"/>
          <p:cNvSpPr/>
          <p:nvPr/>
        </p:nvSpPr>
        <p:spPr>
          <a:xfrm>
            <a:off x="495300" y="3243321"/>
            <a:ext cx="7174463" cy="1207381"/>
          </a:xfrm>
          <a:prstGeom prst="rect">
            <a:avLst/>
          </a:prstGeom>
          <a:solidFill>
            <a:srgbClr val="F7F9FB"/>
          </a:solidFill>
          <a:ln w="12700">
            <a:solidFill>
              <a:srgbClr val="C8D0D8"/>
            </a:solidFill>
            <a:prstDash val="solid"/>
          </a:ln>
        </p:spPr>
        <p:txBody>
          <a:bodyPr/>
          <a:lstStyle/>
          <a:p>
            <a:r>
              <a:rPr lang="en-US" sz="1400" b="1" dirty="0"/>
              <a:t>What was learned: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Fixed Filters Fail: </a:t>
            </a:r>
            <a:r>
              <a:rPr lang="en-US" sz="1400" dirty="0"/>
              <a:t>Static noise parameters cause divergence during degradation.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Adaptation Works: </a:t>
            </a:r>
            <a:r>
              <a:rPr lang="en-US" sz="1400" dirty="0"/>
              <a:t>The filter successfully switches trust between Physics and Sensors using the NIS Trigger.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Learning the foundation of Kalman Filter, types, and applications.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5AB37F-1003-3DF7-66D7-A372EA3B9EB9}"/>
              </a:ext>
            </a:extLst>
          </p:cNvPr>
          <p:cNvGrpSpPr/>
          <p:nvPr/>
        </p:nvGrpSpPr>
        <p:grpSpPr>
          <a:xfrm>
            <a:off x="495300" y="4660641"/>
            <a:ext cx="7519696" cy="1307592"/>
            <a:chOff x="495300" y="4828592"/>
            <a:chExt cx="11201400" cy="1417320"/>
          </a:xfrm>
        </p:grpSpPr>
        <p:sp>
          <p:nvSpPr>
            <p:cNvPr id="14" name="Shape 10"/>
            <p:cNvSpPr/>
            <p:nvPr/>
          </p:nvSpPr>
          <p:spPr>
            <a:xfrm>
              <a:off x="495300" y="4828592"/>
              <a:ext cx="11201400" cy="1417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8D0D8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659892" y="4938320"/>
              <a:ext cx="10872216" cy="119786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sz="1400" b="1" dirty="0"/>
                <a:t>What comes next: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AI Integration: Replace statistical formulas with LSTMs for predictive (zero-lag) adaptation.</a:t>
              </a:r>
              <a:br>
                <a:rPr lang="en-US" sz="1400" dirty="0"/>
              </a:br>
              <a:r>
                <a:rPr lang="en-US" sz="1400" dirty="0"/>
                <a:t>Hardware: Deploy logic on STM32 microcontrollers for real-time Battery Management Systems testing.</a:t>
              </a:r>
            </a:p>
          </p:txBody>
        </p:sp>
      </p:grpSp>
      <p:grpSp>
        <p:nvGrpSpPr>
          <p:cNvPr id="19" name="그룹 3">
            <a:extLst>
              <a:ext uri="{FF2B5EF4-FFF2-40B4-BE49-F238E27FC236}">
                <a16:creationId xmlns:a16="http://schemas.microsoft.com/office/drawing/2014/main" id="{64EE27B3-916E-7A55-3778-617E840C205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513902" y="1827386"/>
            <a:ext cx="3218657" cy="4017154"/>
            <a:chOff x="6765777" y="1996709"/>
            <a:chExt cx="3316219" cy="3780769"/>
          </a:xfrm>
          <a:solidFill>
            <a:schemeClr val="tx2"/>
          </a:solidFill>
        </p:grpSpPr>
        <p:grpSp>
          <p:nvGrpSpPr>
            <p:cNvPr id="20" name="그룹 4">
              <a:extLst>
                <a:ext uri="{FF2B5EF4-FFF2-40B4-BE49-F238E27FC236}">
                  <a16:creationId xmlns:a16="http://schemas.microsoft.com/office/drawing/2014/main" id="{7B43834C-A379-8C1E-D13F-4BC267176806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6765777" y="1996709"/>
              <a:ext cx="3316219" cy="3780769"/>
              <a:chOff x="8553440" y="1930392"/>
              <a:chExt cx="2715589" cy="3096000"/>
            </a:xfrm>
            <a:grpFill/>
          </p:grpSpPr>
          <p:sp>
            <p:nvSpPr>
              <p:cNvPr id="24" name="자유형: 도형 38">
                <a:extLst>
                  <a:ext uri="{FF2B5EF4-FFF2-40B4-BE49-F238E27FC236}">
                    <a16:creationId xmlns:a16="http://schemas.microsoft.com/office/drawing/2014/main" id="{9C0BDEA3-9738-F10C-166A-DFD52415B10B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8916058" y="1930392"/>
                <a:ext cx="2274503" cy="720000"/>
              </a:xfrm>
              <a:custGeom>
                <a:avLst/>
                <a:gdLst>
                  <a:gd name="connsiteX0" fmla="*/ 1036713 w 2274503"/>
                  <a:gd name="connsiteY0" fmla="*/ 0 h 720000"/>
                  <a:gd name="connsiteX1" fmla="*/ 1154863 w 2274503"/>
                  <a:gd name="connsiteY1" fmla="*/ 954 h 720000"/>
                  <a:gd name="connsiteX2" fmla="*/ 1265628 w 2274503"/>
                  <a:gd name="connsiteY2" fmla="*/ 9535 h 720000"/>
                  <a:gd name="connsiteX3" fmla="*/ 1370854 w 2274503"/>
                  <a:gd name="connsiteY3" fmla="*/ 23837 h 720000"/>
                  <a:gd name="connsiteX4" fmla="*/ 1471466 w 2274503"/>
                  <a:gd name="connsiteY4" fmla="*/ 44814 h 720000"/>
                  <a:gd name="connsiteX5" fmla="*/ 1567462 w 2274503"/>
                  <a:gd name="connsiteY5" fmla="*/ 70559 h 720000"/>
                  <a:gd name="connsiteX6" fmla="*/ 1656074 w 2274503"/>
                  <a:gd name="connsiteY6" fmla="*/ 103931 h 720000"/>
                  <a:gd name="connsiteX7" fmla="*/ 1741917 w 2274503"/>
                  <a:gd name="connsiteY7" fmla="*/ 140164 h 720000"/>
                  <a:gd name="connsiteX8" fmla="*/ 1820376 w 2274503"/>
                  <a:gd name="connsiteY8" fmla="*/ 183071 h 720000"/>
                  <a:gd name="connsiteX9" fmla="*/ 1894219 w 2274503"/>
                  <a:gd name="connsiteY9" fmla="*/ 231700 h 720000"/>
                  <a:gd name="connsiteX10" fmla="*/ 1965294 w 2274503"/>
                  <a:gd name="connsiteY10" fmla="*/ 286049 h 720000"/>
                  <a:gd name="connsiteX11" fmla="*/ 2028983 w 2274503"/>
                  <a:gd name="connsiteY11" fmla="*/ 344212 h 720000"/>
                  <a:gd name="connsiteX12" fmla="*/ 2087135 w 2274503"/>
                  <a:gd name="connsiteY12" fmla="*/ 409050 h 720000"/>
                  <a:gd name="connsiteX13" fmla="*/ 2141594 w 2274503"/>
                  <a:gd name="connsiteY13" fmla="*/ 476748 h 720000"/>
                  <a:gd name="connsiteX14" fmla="*/ 2189592 w 2274503"/>
                  <a:gd name="connsiteY14" fmla="*/ 549214 h 720000"/>
                  <a:gd name="connsiteX15" fmla="*/ 2233898 w 2274503"/>
                  <a:gd name="connsiteY15" fmla="*/ 625493 h 720000"/>
                  <a:gd name="connsiteX16" fmla="*/ 2263436 w 2274503"/>
                  <a:gd name="connsiteY16" fmla="*/ 689377 h 720000"/>
                  <a:gd name="connsiteX17" fmla="*/ 2274503 w 2274503"/>
                  <a:gd name="connsiteY17" fmla="*/ 720000 h 720000"/>
                  <a:gd name="connsiteX18" fmla="*/ 0 w 2274503"/>
                  <a:gd name="connsiteY18" fmla="*/ 720000 h 720000"/>
                  <a:gd name="connsiteX19" fmla="*/ 11214 w 2274503"/>
                  <a:gd name="connsiteY19" fmla="*/ 672215 h 720000"/>
                  <a:gd name="connsiteX20" fmla="*/ 43520 w 2274503"/>
                  <a:gd name="connsiteY20" fmla="*/ 592121 h 720000"/>
                  <a:gd name="connsiteX21" fmla="*/ 82288 w 2274503"/>
                  <a:gd name="connsiteY21" fmla="*/ 517748 h 720000"/>
                  <a:gd name="connsiteX22" fmla="*/ 127517 w 2274503"/>
                  <a:gd name="connsiteY22" fmla="*/ 448143 h 720000"/>
                  <a:gd name="connsiteX23" fmla="*/ 179208 w 2274503"/>
                  <a:gd name="connsiteY23" fmla="*/ 382352 h 720000"/>
                  <a:gd name="connsiteX24" fmla="*/ 236436 w 2274503"/>
                  <a:gd name="connsiteY24" fmla="*/ 322282 h 720000"/>
                  <a:gd name="connsiteX25" fmla="*/ 298280 w 2274503"/>
                  <a:gd name="connsiteY25" fmla="*/ 266979 h 720000"/>
                  <a:gd name="connsiteX26" fmla="*/ 365662 w 2274503"/>
                  <a:gd name="connsiteY26" fmla="*/ 216444 h 720000"/>
                  <a:gd name="connsiteX27" fmla="*/ 435813 w 2274503"/>
                  <a:gd name="connsiteY27" fmla="*/ 171629 h 720000"/>
                  <a:gd name="connsiteX28" fmla="*/ 511503 w 2274503"/>
                  <a:gd name="connsiteY28" fmla="*/ 131582 h 720000"/>
                  <a:gd name="connsiteX29" fmla="*/ 589038 w 2274503"/>
                  <a:gd name="connsiteY29" fmla="*/ 98210 h 720000"/>
                  <a:gd name="connsiteX30" fmla="*/ 667497 w 2274503"/>
                  <a:gd name="connsiteY30" fmla="*/ 68652 h 720000"/>
                  <a:gd name="connsiteX31" fmla="*/ 931487 w 2274503"/>
                  <a:gd name="connsiteY31" fmla="*/ 858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274503" h="720000">
                    <a:moveTo>
                      <a:pt x="1036713" y="0"/>
                    </a:moveTo>
                    <a:lnTo>
                      <a:pt x="1154863" y="954"/>
                    </a:lnTo>
                    <a:lnTo>
                      <a:pt x="1265628" y="9535"/>
                    </a:lnTo>
                    <a:lnTo>
                      <a:pt x="1370854" y="23837"/>
                    </a:lnTo>
                    <a:lnTo>
                      <a:pt x="1471466" y="44814"/>
                    </a:lnTo>
                    <a:lnTo>
                      <a:pt x="1567462" y="70559"/>
                    </a:lnTo>
                    <a:lnTo>
                      <a:pt x="1656074" y="103931"/>
                    </a:lnTo>
                    <a:lnTo>
                      <a:pt x="1741917" y="140164"/>
                    </a:lnTo>
                    <a:lnTo>
                      <a:pt x="1820376" y="183071"/>
                    </a:lnTo>
                    <a:lnTo>
                      <a:pt x="1894219" y="231700"/>
                    </a:lnTo>
                    <a:lnTo>
                      <a:pt x="1965294" y="286049"/>
                    </a:lnTo>
                    <a:lnTo>
                      <a:pt x="2028983" y="344212"/>
                    </a:lnTo>
                    <a:lnTo>
                      <a:pt x="2087135" y="409050"/>
                    </a:lnTo>
                    <a:lnTo>
                      <a:pt x="2141594" y="476748"/>
                    </a:lnTo>
                    <a:lnTo>
                      <a:pt x="2189592" y="549214"/>
                    </a:lnTo>
                    <a:lnTo>
                      <a:pt x="2233898" y="625493"/>
                    </a:lnTo>
                    <a:lnTo>
                      <a:pt x="2263436" y="689377"/>
                    </a:lnTo>
                    <a:lnTo>
                      <a:pt x="2274503" y="720000"/>
                    </a:lnTo>
                    <a:lnTo>
                      <a:pt x="0" y="720000"/>
                    </a:lnTo>
                    <a:lnTo>
                      <a:pt x="11214" y="672215"/>
                    </a:lnTo>
                    <a:lnTo>
                      <a:pt x="43520" y="592121"/>
                    </a:lnTo>
                    <a:lnTo>
                      <a:pt x="82288" y="517748"/>
                    </a:lnTo>
                    <a:lnTo>
                      <a:pt x="127517" y="448143"/>
                    </a:lnTo>
                    <a:lnTo>
                      <a:pt x="179208" y="382352"/>
                    </a:lnTo>
                    <a:lnTo>
                      <a:pt x="236436" y="322282"/>
                    </a:lnTo>
                    <a:lnTo>
                      <a:pt x="298280" y="266979"/>
                    </a:lnTo>
                    <a:lnTo>
                      <a:pt x="365662" y="216444"/>
                    </a:lnTo>
                    <a:lnTo>
                      <a:pt x="435813" y="171629"/>
                    </a:lnTo>
                    <a:lnTo>
                      <a:pt x="511503" y="131582"/>
                    </a:lnTo>
                    <a:lnTo>
                      <a:pt x="589038" y="98210"/>
                    </a:lnTo>
                    <a:lnTo>
                      <a:pt x="667497" y="68652"/>
                    </a:lnTo>
                    <a:lnTo>
                      <a:pt x="931487" y="858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25" name="자유형: 도형 35">
                <a:extLst>
                  <a:ext uri="{FF2B5EF4-FFF2-40B4-BE49-F238E27FC236}">
                    <a16:creationId xmlns:a16="http://schemas.microsoft.com/office/drawing/2014/main" id="{E1F43CEE-6D08-36A1-46FE-2976D45A7174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>
              <a:xfrm>
                <a:off x="8865429" y="4306392"/>
                <a:ext cx="2155303" cy="720000"/>
              </a:xfrm>
              <a:custGeom>
                <a:avLst/>
                <a:gdLst>
                  <a:gd name="connsiteX0" fmla="*/ 2595 w 2155303"/>
                  <a:gd name="connsiteY0" fmla="*/ 0 h 720000"/>
                  <a:gd name="connsiteX1" fmla="*/ 1989711 w 2155303"/>
                  <a:gd name="connsiteY1" fmla="*/ 0 h 720000"/>
                  <a:gd name="connsiteX2" fmla="*/ 1991924 w 2155303"/>
                  <a:gd name="connsiteY2" fmla="*/ 10599 h 720000"/>
                  <a:gd name="connsiteX3" fmla="*/ 2003924 w 2155303"/>
                  <a:gd name="connsiteY3" fmla="*/ 59228 h 720000"/>
                  <a:gd name="connsiteX4" fmla="*/ 2015924 w 2155303"/>
                  <a:gd name="connsiteY4" fmla="*/ 105949 h 720000"/>
                  <a:gd name="connsiteX5" fmla="*/ 2028846 w 2155303"/>
                  <a:gd name="connsiteY5" fmla="*/ 150763 h 720000"/>
                  <a:gd name="connsiteX6" fmla="*/ 2040846 w 2155303"/>
                  <a:gd name="connsiteY6" fmla="*/ 190810 h 720000"/>
                  <a:gd name="connsiteX7" fmla="*/ 2052845 w 2155303"/>
                  <a:gd name="connsiteY7" fmla="*/ 226089 h 720000"/>
                  <a:gd name="connsiteX8" fmla="*/ 2062998 w 2155303"/>
                  <a:gd name="connsiteY8" fmla="*/ 251834 h 720000"/>
                  <a:gd name="connsiteX9" fmla="*/ 2077767 w 2155303"/>
                  <a:gd name="connsiteY9" fmla="*/ 289974 h 720000"/>
                  <a:gd name="connsiteX10" fmla="*/ 2091613 w 2155303"/>
                  <a:gd name="connsiteY10" fmla="*/ 336695 h 720000"/>
                  <a:gd name="connsiteX11" fmla="*/ 2106382 w 2155303"/>
                  <a:gd name="connsiteY11" fmla="*/ 389137 h 720000"/>
                  <a:gd name="connsiteX12" fmla="*/ 2121150 w 2155303"/>
                  <a:gd name="connsiteY12" fmla="*/ 442533 h 720000"/>
                  <a:gd name="connsiteX13" fmla="*/ 2137765 w 2155303"/>
                  <a:gd name="connsiteY13" fmla="*/ 491161 h 720000"/>
                  <a:gd name="connsiteX14" fmla="*/ 2155303 w 2155303"/>
                  <a:gd name="connsiteY14" fmla="*/ 534068 h 720000"/>
                  <a:gd name="connsiteX15" fmla="*/ 1997462 w 2155303"/>
                  <a:gd name="connsiteY15" fmla="*/ 586511 h 720000"/>
                  <a:gd name="connsiteX16" fmla="*/ 1844238 w 2155303"/>
                  <a:gd name="connsiteY16" fmla="*/ 631325 h 720000"/>
                  <a:gd name="connsiteX17" fmla="*/ 1698397 w 2155303"/>
                  <a:gd name="connsiteY17" fmla="*/ 667558 h 720000"/>
                  <a:gd name="connsiteX18" fmla="*/ 1556249 w 2155303"/>
                  <a:gd name="connsiteY18" fmla="*/ 694256 h 720000"/>
                  <a:gd name="connsiteX19" fmla="*/ 1417792 w 2155303"/>
                  <a:gd name="connsiteY19" fmla="*/ 713326 h 720000"/>
                  <a:gd name="connsiteX20" fmla="*/ 1283951 w 2155303"/>
                  <a:gd name="connsiteY20" fmla="*/ 720000 h 720000"/>
                  <a:gd name="connsiteX21" fmla="*/ 1152879 w 2155303"/>
                  <a:gd name="connsiteY21" fmla="*/ 718093 h 720000"/>
                  <a:gd name="connsiteX22" fmla="*/ 1025500 w 2155303"/>
                  <a:gd name="connsiteY22" fmla="*/ 705698 h 720000"/>
                  <a:gd name="connsiteX23" fmla="*/ 899966 w 2155303"/>
                  <a:gd name="connsiteY23" fmla="*/ 683767 h 720000"/>
                  <a:gd name="connsiteX24" fmla="*/ 894428 w 2155303"/>
                  <a:gd name="connsiteY24" fmla="*/ 652302 h 720000"/>
                  <a:gd name="connsiteX25" fmla="*/ 887966 w 2155303"/>
                  <a:gd name="connsiteY25" fmla="*/ 616069 h 720000"/>
                  <a:gd name="connsiteX26" fmla="*/ 879659 w 2155303"/>
                  <a:gd name="connsiteY26" fmla="*/ 572208 h 720000"/>
                  <a:gd name="connsiteX27" fmla="*/ 873198 w 2155303"/>
                  <a:gd name="connsiteY27" fmla="*/ 525487 h 720000"/>
                  <a:gd name="connsiteX28" fmla="*/ 863967 w 2155303"/>
                  <a:gd name="connsiteY28" fmla="*/ 474952 h 720000"/>
                  <a:gd name="connsiteX29" fmla="*/ 854737 w 2155303"/>
                  <a:gd name="connsiteY29" fmla="*/ 423463 h 720000"/>
                  <a:gd name="connsiteX30" fmla="*/ 844583 w 2155303"/>
                  <a:gd name="connsiteY30" fmla="*/ 372928 h 720000"/>
                  <a:gd name="connsiteX31" fmla="*/ 832584 w 2155303"/>
                  <a:gd name="connsiteY31" fmla="*/ 324299 h 720000"/>
                  <a:gd name="connsiteX32" fmla="*/ 820584 w 2155303"/>
                  <a:gd name="connsiteY32" fmla="*/ 277578 h 720000"/>
                  <a:gd name="connsiteX33" fmla="*/ 805816 w 2155303"/>
                  <a:gd name="connsiteY33" fmla="*/ 236578 h 720000"/>
                  <a:gd name="connsiteX34" fmla="*/ 790124 w 2155303"/>
                  <a:gd name="connsiteY34" fmla="*/ 201299 h 720000"/>
                  <a:gd name="connsiteX35" fmla="*/ 773509 w 2155303"/>
                  <a:gd name="connsiteY35" fmla="*/ 173647 h 720000"/>
                  <a:gd name="connsiteX36" fmla="*/ 755048 w 2155303"/>
                  <a:gd name="connsiteY36" fmla="*/ 156484 h 720000"/>
                  <a:gd name="connsiteX37" fmla="*/ 734741 w 2155303"/>
                  <a:gd name="connsiteY37" fmla="*/ 147903 h 720000"/>
                  <a:gd name="connsiteX38" fmla="*/ 711665 w 2155303"/>
                  <a:gd name="connsiteY38" fmla="*/ 144089 h 720000"/>
                  <a:gd name="connsiteX39" fmla="*/ 684897 w 2155303"/>
                  <a:gd name="connsiteY39" fmla="*/ 145996 h 720000"/>
                  <a:gd name="connsiteX40" fmla="*/ 658129 w 2155303"/>
                  <a:gd name="connsiteY40" fmla="*/ 149810 h 720000"/>
                  <a:gd name="connsiteX41" fmla="*/ 633207 w 2155303"/>
                  <a:gd name="connsiteY41" fmla="*/ 156484 h 720000"/>
                  <a:gd name="connsiteX42" fmla="*/ 609208 w 2155303"/>
                  <a:gd name="connsiteY42" fmla="*/ 163159 h 720000"/>
                  <a:gd name="connsiteX43" fmla="*/ 587055 w 2155303"/>
                  <a:gd name="connsiteY43" fmla="*/ 169833 h 720000"/>
                  <a:gd name="connsiteX44" fmla="*/ 570440 w 2155303"/>
                  <a:gd name="connsiteY44" fmla="*/ 175554 h 720000"/>
                  <a:gd name="connsiteX45" fmla="*/ 530749 w 2155303"/>
                  <a:gd name="connsiteY45" fmla="*/ 188903 h 720000"/>
                  <a:gd name="connsiteX46" fmla="*/ 485520 w 2155303"/>
                  <a:gd name="connsiteY46" fmla="*/ 201299 h 720000"/>
                  <a:gd name="connsiteX47" fmla="*/ 434753 w 2155303"/>
                  <a:gd name="connsiteY47" fmla="*/ 211787 h 720000"/>
                  <a:gd name="connsiteX48" fmla="*/ 381216 w 2155303"/>
                  <a:gd name="connsiteY48" fmla="*/ 218461 h 720000"/>
                  <a:gd name="connsiteX49" fmla="*/ 327680 w 2155303"/>
                  <a:gd name="connsiteY49" fmla="*/ 224182 h 720000"/>
                  <a:gd name="connsiteX50" fmla="*/ 273220 w 2155303"/>
                  <a:gd name="connsiteY50" fmla="*/ 226089 h 720000"/>
                  <a:gd name="connsiteX51" fmla="*/ 221530 w 2155303"/>
                  <a:gd name="connsiteY51" fmla="*/ 222275 h 720000"/>
                  <a:gd name="connsiteX52" fmla="*/ 172609 w 2155303"/>
                  <a:gd name="connsiteY52" fmla="*/ 213694 h 720000"/>
                  <a:gd name="connsiteX53" fmla="*/ 145841 w 2155303"/>
                  <a:gd name="connsiteY53" fmla="*/ 207020 h 720000"/>
                  <a:gd name="connsiteX54" fmla="*/ 119073 w 2155303"/>
                  <a:gd name="connsiteY54" fmla="*/ 194624 h 720000"/>
                  <a:gd name="connsiteX55" fmla="*/ 92304 w 2155303"/>
                  <a:gd name="connsiteY55" fmla="*/ 180322 h 720000"/>
                  <a:gd name="connsiteX56" fmla="*/ 69228 w 2155303"/>
                  <a:gd name="connsiteY56" fmla="*/ 163159 h 720000"/>
                  <a:gd name="connsiteX57" fmla="*/ 45229 w 2155303"/>
                  <a:gd name="connsiteY57" fmla="*/ 142182 h 720000"/>
                  <a:gd name="connsiteX58" fmla="*/ 26768 w 2155303"/>
                  <a:gd name="connsiteY58" fmla="*/ 120251 h 720000"/>
                  <a:gd name="connsiteX59" fmla="*/ 13846 w 2155303"/>
                  <a:gd name="connsiteY59" fmla="*/ 92600 h 720000"/>
                  <a:gd name="connsiteX60" fmla="*/ 3692 w 2155303"/>
                  <a:gd name="connsiteY60" fmla="*/ 61135 h 720000"/>
                  <a:gd name="connsiteX61" fmla="*/ 0 w 2155303"/>
                  <a:gd name="connsiteY61" fmla="*/ 26809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155303" h="720000">
                    <a:moveTo>
                      <a:pt x="2595" y="0"/>
                    </a:moveTo>
                    <a:lnTo>
                      <a:pt x="1989711" y="0"/>
                    </a:lnTo>
                    <a:lnTo>
                      <a:pt x="1991924" y="10599"/>
                    </a:lnTo>
                    <a:lnTo>
                      <a:pt x="2003924" y="59228"/>
                    </a:lnTo>
                    <a:lnTo>
                      <a:pt x="2015924" y="105949"/>
                    </a:lnTo>
                    <a:lnTo>
                      <a:pt x="2028846" y="150763"/>
                    </a:lnTo>
                    <a:lnTo>
                      <a:pt x="2040846" y="190810"/>
                    </a:lnTo>
                    <a:lnTo>
                      <a:pt x="2052845" y="226089"/>
                    </a:lnTo>
                    <a:lnTo>
                      <a:pt x="2062998" y="251834"/>
                    </a:lnTo>
                    <a:lnTo>
                      <a:pt x="2077767" y="289974"/>
                    </a:lnTo>
                    <a:lnTo>
                      <a:pt x="2091613" y="336695"/>
                    </a:lnTo>
                    <a:lnTo>
                      <a:pt x="2106382" y="389137"/>
                    </a:lnTo>
                    <a:lnTo>
                      <a:pt x="2121150" y="442533"/>
                    </a:lnTo>
                    <a:lnTo>
                      <a:pt x="2137765" y="491161"/>
                    </a:lnTo>
                    <a:lnTo>
                      <a:pt x="2155303" y="534068"/>
                    </a:lnTo>
                    <a:lnTo>
                      <a:pt x="1997462" y="586511"/>
                    </a:lnTo>
                    <a:lnTo>
                      <a:pt x="1844238" y="631325"/>
                    </a:lnTo>
                    <a:lnTo>
                      <a:pt x="1698397" y="667558"/>
                    </a:lnTo>
                    <a:lnTo>
                      <a:pt x="1556249" y="694256"/>
                    </a:lnTo>
                    <a:lnTo>
                      <a:pt x="1417792" y="713326"/>
                    </a:lnTo>
                    <a:lnTo>
                      <a:pt x="1283951" y="720000"/>
                    </a:lnTo>
                    <a:lnTo>
                      <a:pt x="1152879" y="718093"/>
                    </a:lnTo>
                    <a:lnTo>
                      <a:pt x="1025500" y="705698"/>
                    </a:lnTo>
                    <a:lnTo>
                      <a:pt x="899966" y="683767"/>
                    </a:lnTo>
                    <a:lnTo>
                      <a:pt x="894428" y="652302"/>
                    </a:lnTo>
                    <a:lnTo>
                      <a:pt x="887966" y="616069"/>
                    </a:lnTo>
                    <a:lnTo>
                      <a:pt x="879659" y="572208"/>
                    </a:lnTo>
                    <a:lnTo>
                      <a:pt x="873198" y="525487"/>
                    </a:lnTo>
                    <a:lnTo>
                      <a:pt x="863967" y="474952"/>
                    </a:lnTo>
                    <a:lnTo>
                      <a:pt x="854737" y="423463"/>
                    </a:lnTo>
                    <a:lnTo>
                      <a:pt x="844583" y="372928"/>
                    </a:lnTo>
                    <a:lnTo>
                      <a:pt x="832584" y="324299"/>
                    </a:lnTo>
                    <a:lnTo>
                      <a:pt x="820584" y="277578"/>
                    </a:lnTo>
                    <a:lnTo>
                      <a:pt x="805816" y="236578"/>
                    </a:lnTo>
                    <a:lnTo>
                      <a:pt x="790124" y="201299"/>
                    </a:lnTo>
                    <a:lnTo>
                      <a:pt x="773509" y="173647"/>
                    </a:lnTo>
                    <a:lnTo>
                      <a:pt x="755048" y="156484"/>
                    </a:lnTo>
                    <a:lnTo>
                      <a:pt x="734741" y="147903"/>
                    </a:lnTo>
                    <a:lnTo>
                      <a:pt x="711665" y="144089"/>
                    </a:lnTo>
                    <a:lnTo>
                      <a:pt x="684897" y="145996"/>
                    </a:lnTo>
                    <a:lnTo>
                      <a:pt x="658129" y="149810"/>
                    </a:lnTo>
                    <a:lnTo>
                      <a:pt x="633207" y="156484"/>
                    </a:lnTo>
                    <a:lnTo>
                      <a:pt x="609208" y="163159"/>
                    </a:lnTo>
                    <a:lnTo>
                      <a:pt x="587055" y="169833"/>
                    </a:lnTo>
                    <a:lnTo>
                      <a:pt x="570440" y="175554"/>
                    </a:lnTo>
                    <a:lnTo>
                      <a:pt x="530749" y="188903"/>
                    </a:lnTo>
                    <a:lnTo>
                      <a:pt x="485520" y="201299"/>
                    </a:lnTo>
                    <a:lnTo>
                      <a:pt x="434753" y="211787"/>
                    </a:lnTo>
                    <a:lnTo>
                      <a:pt x="381216" y="218461"/>
                    </a:lnTo>
                    <a:lnTo>
                      <a:pt x="327680" y="224182"/>
                    </a:lnTo>
                    <a:lnTo>
                      <a:pt x="273220" y="226089"/>
                    </a:lnTo>
                    <a:lnTo>
                      <a:pt x="221530" y="222275"/>
                    </a:lnTo>
                    <a:lnTo>
                      <a:pt x="172609" y="213694"/>
                    </a:lnTo>
                    <a:lnTo>
                      <a:pt x="145841" y="207020"/>
                    </a:lnTo>
                    <a:lnTo>
                      <a:pt x="119073" y="194624"/>
                    </a:lnTo>
                    <a:lnTo>
                      <a:pt x="92304" y="180322"/>
                    </a:lnTo>
                    <a:lnTo>
                      <a:pt x="69228" y="163159"/>
                    </a:lnTo>
                    <a:lnTo>
                      <a:pt x="45229" y="142182"/>
                    </a:lnTo>
                    <a:lnTo>
                      <a:pt x="26768" y="120251"/>
                    </a:lnTo>
                    <a:lnTo>
                      <a:pt x="13846" y="92600"/>
                    </a:lnTo>
                    <a:lnTo>
                      <a:pt x="3692" y="61135"/>
                    </a:lnTo>
                    <a:lnTo>
                      <a:pt x="0" y="2680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style>
              <a:lnRef idx="2">
                <a:srgbClr val="000000"/>
              </a:lnRef>
              <a:fillRef idx="1">
                <a:srgbClr val="FFE600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/>
                  </a:solidFill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26" name="자유형: 도형 37">
                <a:extLst>
                  <a:ext uri="{FF2B5EF4-FFF2-40B4-BE49-F238E27FC236}">
                    <a16:creationId xmlns:a16="http://schemas.microsoft.com/office/drawing/2014/main" id="{75C28262-D49D-761E-2AD6-68A6803B6A12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8623418" y="2722392"/>
                <a:ext cx="2645611" cy="720000"/>
              </a:xfrm>
              <a:custGeom>
                <a:avLst/>
                <a:gdLst>
                  <a:gd name="connsiteX0" fmla="*/ 275743 w 2645611"/>
                  <a:gd name="connsiteY0" fmla="*/ 0 h 720000"/>
                  <a:gd name="connsiteX1" fmla="*/ 2591103 w 2645611"/>
                  <a:gd name="connsiteY1" fmla="*/ 0 h 720000"/>
                  <a:gd name="connsiteX2" fmla="*/ 2604997 w 2645611"/>
                  <a:gd name="connsiteY2" fmla="*/ 47076 h 720000"/>
                  <a:gd name="connsiteX3" fmla="*/ 2623458 w 2645611"/>
                  <a:gd name="connsiteY3" fmla="*/ 131937 h 720000"/>
                  <a:gd name="connsiteX4" fmla="*/ 2637304 w 2645611"/>
                  <a:gd name="connsiteY4" fmla="*/ 218705 h 720000"/>
                  <a:gd name="connsiteX5" fmla="*/ 2643765 w 2645611"/>
                  <a:gd name="connsiteY5" fmla="*/ 308334 h 720000"/>
                  <a:gd name="connsiteX6" fmla="*/ 2645611 w 2645611"/>
                  <a:gd name="connsiteY6" fmla="*/ 399870 h 720000"/>
                  <a:gd name="connsiteX7" fmla="*/ 2640073 w 2645611"/>
                  <a:gd name="connsiteY7" fmla="*/ 490452 h 720000"/>
                  <a:gd name="connsiteX8" fmla="*/ 2628996 w 2645611"/>
                  <a:gd name="connsiteY8" fmla="*/ 579127 h 720000"/>
                  <a:gd name="connsiteX9" fmla="*/ 2608689 w 2645611"/>
                  <a:gd name="connsiteY9" fmla="*/ 665895 h 720000"/>
                  <a:gd name="connsiteX10" fmla="*/ 2589216 w 2645611"/>
                  <a:gd name="connsiteY10" fmla="*/ 720000 h 720000"/>
                  <a:gd name="connsiteX11" fmla="*/ 0 w 2645611"/>
                  <a:gd name="connsiteY11" fmla="*/ 720000 h 720000"/>
                  <a:gd name="connsiteX12" fmla="*/ 32480 w 2645611"/>
                  <a:gd name="connsiteY12" fmla="*/ 681151 h 720000"/>
                  <a:gd name="connsiteX13" fmla="*/ 69401 w 2645611"/>
                  <a:gd name="connsiteY13" fmla="*/ 643011 h 720000"/>
                  <a:gd name="connsiteX14" fmla="*/ 106323 w 2645611"/>
                  <a:gd name="connsiteY14" fmla="*/ 604871 h 720000"/>
                  <a:gd name="connsiteX15" fmla="*/ 141399 w 2645611"/>
                  <a:gd name="connsiteY15" fmla="*/ 562917 h 720000"/>
                  <a:gd name="connsiteX16" fmla="*/ 174628 w 2645611"/>
                  <a:gd name="connsiteY16" fmla="*/ 521917 h 720000"/>
                  <a:gd name="connsiteX17" fmla="*/ 205088 w 2645611"/>
                  <a:gd name="connsiteY17" fmla="*/ 475196 h 720000"/>
                  <a:gd name="connsiteX18" fmla="*/ 230011 w 2645611"/>
                  <a:gd name="connsiteY18" fmla="*/ 424660 h 720000"/>
                  <a:gd name="connsiteX19" fmla="*/ 243856 w 2645611"/>
                  <a:gd name="connsiteY19" fmla="*/ 382707 h 720000"/>
                  <a:gd name="connsiteX20" fmla="*/ 248471 w 2645611"/>
                  <a:gd name="connsiteY20" fmla="*/ 341706 h 720000"/>
                  <a:gd name="connsiteX21" fmla="*/ 248471 w 2645611"/>
                  <a:gd name="connsiteY21" fmla="*/ 297846 h 720000"/>
                  <a:gd name="connsiteX22" fmla="*/ 247548 w 2645611"/>
                  <a:gd name="connsiteY22" fmla="*/ 251124 h 720000"/>
                  <a:gd name="connsiteX23" fmla="*/ 245702 w 2645611"/>
                  <a:gd name="connsiteY23" fmla="*/ 204403 h 720000"/>
                  <a:gd name="connsiteX24" fmla="*/ 247548 w 2645611"/>
                  <a:gd name="connsiteY24" fmla="*/ 153868 h 720000"/>
                  <a:gd name="connsiteX25" fmla="*/ 252164 w 2645611"/>
                  <a:gd name="connsiteY25" fmla="*/ 10047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645611" h="720000">
                    <a:moveTo>
                      <a:pt x="275743" y="0"/>
                    </a:moveTo>
                    <a:lnTo>
                      <a:pt x="2591103" y="0"/>
                    </a:lnTo>
                    <a:lnTo>
                      <a:pt x="2604997" y="47076"/>
                    </a:lnTo>
                    <a:lnTo>
                      <a:pt x="2623458" y="131937"/>
                    </a:lnTo>
                    <a:lnTo>
                      <a:pt x="2637304" y="218705"/>
                    </a:lnTo>
                    <a:lnTo>
                      <a:pt x="2643765" y="308334"/>
                    </a:lnTo>
                    <a:lnTo>
                      <a:pt x="2645611" y="399870"/>
                    </a:lnTo>
                    <a:lnTo>
                      <a:pt x="2640073" y="490452"/>
                    </a:lnTo>
                    <a:lnTo>
                      <a:pt x="2628996" y="579127"/>
                    </a:lnTo>
                    <a:lnTo>
                      <a:pt x="2608689" y="665895"/>
                    </a:lnTo>
                    <a:lnTo>
                      <a:pt x="2589216" y="720000"/>
                    </a:lnTo>
                    <a:lnTo>
                      <a:pt x="0" y="720000"/>
                    </a:lnTo>
                    <a:lnTo>
                      <a:pt x="32480" y="681151"/>
                    </a:lnTo>
                    <a:lnTo>
                      <a:pt x="69401" y="643011"/>
                    </a:lnTo>
                    <a:lnTo>
                      <a:pt x="106323" y="604871"/>
                    </a:lnTo>
                    <a:lnTo>
                      <a:pt x="141399" y="562917"/>
                    </a:lnTo>
                    <a:lnTo>
                      <a:pt x="174628" y="521917"/>
                    </a:lnTo>
                    <a:lnTo>
                      <a:pt x="205088" y="475196"/>
                    </a:lnTo>
                    <a:lnTo>
                      <a:pt x="230011" y="424660"/>
                    </a:lnTo>
                    <a:lnTo>
                      <a:pt x="243856" y="382707"/>
                    </a:lnTo>
                    <a:lnTo>
                      <a:pt x="248471" y="341706"/>
                    </a:lnTo>
                    <a:lnTo>
                      <a:pt x="248471" y="297846"/>
                    </a:lnTo>
                    <a:lnTo>
                      <a:pt x="247548" y="251124"/>
                    </a:lnTo>
                    <a:lnTo>
                      <a:pt x="245702" y="204403"/>
                    </a:lnTo>
                    <a:lnTo>
                      <a:pt x="247548" y="153868"/>
                    </a:lnTo>
                    <a:lnTo>
                      <a:pt x="252164" y="100472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 dirty="0">
                  <a:latin typeface="EYInterstate Light" panose="02000506000000020004" pitchFamily="2" charset="0"/>
                </a:endParaRPr>
              </a:p>
            </p:txBody>
          </p:sp>
          <p:sp>
            <p:nvSpPr>
              <p:cNvPr id="27" name="자유형: 도형 36">
                <a:extLst>
                  <a:ext uri="{FF2B5EF4-FFF2-40B4-BE49-F238E27FC236}">
                    <a16:creationId xmlns:a16="http://schemas.microsoft.com/office/drawing/2014/main" id="{612A1AE9-63A0-E44B-A598-BF7C72A309D0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8553440" y="3514392"/>
                <a:ext cx="2627888" cy="720000"/>
              </a:xfrm>
              <a:custGeom>
                <a:avLst/>
                <a:gdLst>
                  <a:gd name="connsiteX0" fmla="*/ 8505 w 2627888"/>
                  <a:gd name="connsiteY0" fmla="*/ 0 h 720000"/>
                  <a:gd name="connsiteX1" fmla="*/ 2627888 w 2627888"/>
                  <a:gd name="connsiteY1" fmla="*/ 0 h 720000"/>
                  <a:gd name="connsiteX2" fmla="*/ 2619593 w 2627888"/>
                  <a:gd name="connsiteY2" fmla="*/ 17873 h 720000"/>
                  <a:gd name="connsiteX3" fmla="*/ 2580825 w 2627888"/>
                  <a:gd name="connsiteY3" fmla="*/ 81757 h 720000"/>
                  <a:gd name="connsiteX4" fmla="*/ 2541134 w 2627888"/>
                  <a:gd name="connsiteY4" fmla="*/ 143734 h 720000"/>
                  <a:gd name="connsiteX5" fmla="*/ 2496828 w 2627888"/>
                  <a:gd name="connsiteY5" fmla="*/ 204758 h 720000"/>
                  <a:gd name="connsiteX6" fmla="*/ 2453445 w 2627888"/>
                  <a:gd name="connsiteY6" fmla="*/ 261968 h 720000"/>
                  <a:gd name="connsiteX7" fmla="*/ 2410062 w 2627888"/>
                  <a:gd name="connsiteY7" fmla="*/ 321084 h 720000"/>
                  <a:gd name="connsiteX8" fmla="*/ 2367602 w 2627888"/>
                  <a:gd name="connsiteY8" fmla="*/ 380201 h 720000"/>
                  <a:gd name="connsiteX9" fmla="*/ 2338988 w 2627888"/>
                  <a:gd name="connsiteY9" fmla="*/ 427876 h 720000"/>
                  <a:gd name="connsiteX10" fmla="*/ 2315912 w 2627888"/>
                  <a:gd name="connsiteY10" fmla="*/ 482225 h 720000"/>
                  <a:gd name="connsiteX11" fmla="*/ 2297451 w 2627888"/>
                  <a:gd name="connsiteY11" fmla="*/ 539435 h 720000"/>
                  <a:gd name="connsiteX12" fmla="*/ 2282682 w 2627888"/>
                  <a:gd name="connsiteY12" fmla="*/ 601412 h 720000"/>
                  <a:gd name="connsiteX13" fmla="*/ 2280836 w 2627888"/>
                  <a:gd name="connsiteY13" fmla="*/ 630970 h 720000"/>
                  <a:gd name="connsiteX14" fmla="*/ 2282682 w 2627888"/>
                  <a:gd name="connsiteY14" fmla="*/ 666250 h 720000"/>
                  <a:gd name="connsiteX15" fmla="*/ 2287298 w 2627888"/>
                  <a:gd name="connsiteY15" fmla="*/ 709157 h 720000"/>
                  <a:gd name="connsiteX16" fmla="*/ 2288861 w 2627888"/>
                  <a:gd name="connsiteY16" fmla="*/ 720000 h 720000"/>
                  <a:gd name="connsiteX17" fmla="*/ 327825 w 2627888"/>
                  <a:gd name="connsiteY17" fmla="*/ 720000 h 720000"/>
                  <a:gd name="connsiteX18" fmla="*/ 334141 w 2627888"/>
                  <a:gd name="connsiteY18" fmla="*/ 693901 h 720000"/>
                  <a:gd name="connsiteX19" fmla="*/ 336910 w 2627888"/>
                  <a:gd name="connsiteY19" fmla="*/ 664343 h 720000"/>
                  <a:gd name="connsiteX20" fmla="*/ 336910 w 2627888"/>
                  <a:gd name="connsiteY20" fmla="*/ 632877 h 720000"/>
                  <a:gd name="connsiteX21" fmla="*/ 328603 w 2627888"/>
                  <a:gd name="connsiteY21" fmla="*/ 605226 h 720000"/>
                  <a:gd name="connsiteX22" fmla="*/ 320296 w 2627888"/>
                  <a:gd name="connsiteY22" fmla="*/ 589970 h 720000"/>
                  <a:gd name="connsiteX23" fmla="*/ 305527 w 2627888"/>
                  <a:gd name="connsiteY23" fmla="*/ 575668 h 720000"/>
                  <a:gd name="connsiteX24" fmla="*/ 289835 w 2627888"/>
                  <a:gd name="connsiteY24" fmla="*/ 565179 h 720000"/>
                  <a:gd name="connsiteX25" fmla="*/ 273220 w 2627888"/>
                  <a:gd name="connsiteY25" fmla="*/ 556598 h 720000"/>
                  <a:gd name="connsiteX26" fmla="*/ 256606 w 2627888"/>
                  <a:gd name="connsiteY26" fmla="*/ 544202 h 720000"/>
                  <a:gd name="connsiteX27" fmla="*/ 243683 w 2627888"/>
                  <a:gd name="connsiteY27" fmla="*/ 530853 h 720000"/>
                  <a:gd name="connsiteX28" fmla="*/ 233530 w 2627888"/>
                  <a:gd name="connsiteY28" fmla="*/ 513690 h 720000"/>
                  <a:gd name="connsiteX29" fmla="*/ 229837 w 2627888"/>
                  <a:gd name="connsiteY29" fmla="*/ 494620 h 720000"/>
                  <a:gd name="connsiteX30" fmla="*/ 231684 w 2627888"/>
                  <a:gd name="connsiteY30" fmla="*/ 475551 h 720000"/>
                  <a:gd name="connsiteX31" fmla="*/ 238145 w 2627888"/>
                  <a:gd name="connsiteY31" fmla="*/ 457434 h 720000"/>
                  <a:gd name="connsiteX32" fmla="*/ 246452 w 2627888"/>
                  <a:gd name="connsiteY32" fmla="*/ 442178 h 720000"/>
                  <a:gd name="connsiteX33" fmla="*/ 251990 w 2627888"/>
                  <a:gd name="connsiteY33" fmla="*/ 426922 h 720000"/>
                  <a:gd name="connsiteX34" fmla="*/ 225222 w 2627888"/>
                  <a:gd name="connsiteY34" fmla="*/ 407852 h 720000"/>
                  <a:gd name="connsiteX35" fmla="*/ 206761 w 2627888"/>
                  <a:gd name="connsiteY35" fmla="*/ 388782 h 720000"/>
                  <a:gd name="connsiteX36" fmla="*/ 196608 w 2627888"/>
                  <a:gd name="connsiteY36" fmla="*/ 369713 h 720000"/>
                  <a:gd name="connsiteX37" fmla="*/ 194762 w 2627888"/>
                  <a:gd name="connsiteY37" fmla="*/ 348736 h 720000"/>
                  <a:gd name="connsiteX38" fmla="*/ 197531 w 2627888"/>
                  <a:gd name="connsiteY38" fmla="*/ 329666 h 720000"/>
                  <a:gd name="connsiteX39" fmla="*/ 204915 w 2627888"/>
                  <a:gd name="connsiteY39" fmla="*/ 308689 h 720000"/>
                  <a:gd name="connsiteX40" fmla="*/ 215069 w 2627888"/>
                  <a:gd name="connsiteY40" fmla="*/ 287712 h 720000"/>
                  <a:gd name="connsiteX41" fmla="*/ 226145 w 2627888"/>
                  <a:gd name="connsiteY41" fmla="*/ 266735 h 720000"/>
                  <a:gd name="connsiteX42" fmla="*/ 236299 w 2627888"/>
                  <a:gd name="connsiteY42" fmla="*/ 244805 h 720000"/>
                  <a:gd name="connsiteX43" fmla="*/ 246452 w 2627888"/>
                  <a:gd name="connsiteY43" fmla="*/ 223828 h 720000"/>
                  <a:gd name="connsiteX44" fmla="*/ 251990 w 2627888"/>
                  <a:gd name="connsiteY44" fmla="*/ 200944 h 720000"/>
                  <a:gd name="connsiteX45" fmla="*/ 233530 w 2627888"/>
                  <a:gd name="connsiteY45" fmla="*/ 183781 h 720000"/>
                  <a:gd name="connsiteX46" fmla="*/ 207684 w 2627888"/>
                  <a:gd name="connsiteY46" fmla="*/ 170432 h 720000"/>
                  <a:gd name="connsiteX47" fmla="*/ 179070 w 2627888"/>
                  <a:gd name="connsiteY47" fmla="*/ 158037 h 720000"/>
                  <a:gd name="connsiteX48" fmla="*/ 149533 w 2627888"/>
                  <a:gd name="connsiteY48" fmla="*/ 147548 h 720000"/>
                  <a:gd name="connsiteX49" fmla="*/ 119072 w 2627888"/>
                  <a:gd name="connsiteY49" fmla="*/ 137060 h 720000"/>
                  <a:gd name="connsiteX50" fmla="*/ 88612 w 2627888"/>
                  <a:gd name="connsiteY50" fmla="*/ 126571 h 720000"/>
                  <a:gd name="connsiteX51" fmla="*/ 59998 w 2627888"/>
                  <a:gd name="connsiteY51" fmla="*/ 114176 h 720000"/>
                  <a:gd name="connsiteX52" fmla="*/ 36922 w 2627888"/>
                  <a:gd name="connsiteY52" fmla="*/ 100827 h 720000"/>
                  <a:gd name="connsiteX53" fmla="*/ 16615 w 2627888"/>
                  <a:gd name="connsiteY53" fmla="*/ 81757 h 720000"/>
                  <a:gd name="connsiteX54" fmla="*/ 4615 w 2627888"/>
                  <a:gd name="connsiteY54" fmla="*/ 58873 h 720000"/>
                  <a:gd name="connsiteX55" fmla="*/ 0 w 2627888"/>
                  <a:gd name="connsiteY55" fmla="*/ 35036 h 720000"/>
                  <a:gd name="connsiteX56" fmla="*/ 3692 w 2627888"/>
                  <a:gd name="connsiteY56" fmla="*/ 12152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627888" h="720000">
                    <a:moveTo>
                      <a:pt x="8505" y="0"/>
                    </a:moveTo>
                    <a:lnTo>
                      <a:pt x="2627888" y="0"/>
                    </a:lnTo>
                    <a:lnTo>
                      <a:pt x="2619593" y="17873"/>
                    </a:lnTo>
                    <a:lnTo>
                      <a:pt x="2580825" y="81757"/>
                    </a:lnTo>
                    <a:lnTo>
                      <a:pt x="2541134" y="143734"/>
                    </a:lnTo>
                    <a:lnTo>
                      <a:pt x="2496828" y="204758"/>
                    </a:lnTo>
                    <a:lnTo>
                      <a:pt x="2453445" y="261968"/>
                    </a:lnTo>
                    <a:lnTo>
                      <a:pt x="2410062" y="321084"/>
                    </a:lnTo>
                    <a:lnTo>
                      <a:pt x="2367602" y="380201"/>
                    </a:lnTo>
                    <a:lnTo>
                      <a:pt x="2338988" y="427876"/>
                    </a:lnTo>
                    <a:lnTo>
                      <a:pt x="2315912" y="482225"/>
                    </a:lnTo>
                    <a:lnTo>
                      <a:pt x="2297451" y="539435"/>
                    </a:lnTo>
                    <a:lnTo>
                      <a:pt x="2282682" y="601412"/>
                    </a:lnTo>
                    <a:lnTo>
                      <a:pt x="2280836" y="630970"/>
                    </a:lnTo>
                    <a:lnTo>
                      <a:pt x="2282682" y="666250"/>
                    </a:lnTo>
                    <a:lnTo>
                      <a:pt x="2287298" y="709157"/>
                    </a:lnTo>
                    <a:lnTo>
                      <a:pt x="2288861" y="720000"/>
                    </a:lnTo>
                    <a:lnTo>
                      <a:pt x="327825" y="720000"/>
                    </a:lnTo>
                    <a:lnTo>
                      <a:pt x="334141" y="693901"/>
                    </a:lnTo>
                    <a:lnTo>
                      <a:pt x="336910" y="664343"/>
                    </a:lnTo>
                    <a:lnTo>
                      <a:pt x="336910" y="632877"/>
                    </a:lnTo>
                    <a:lnTo>
                      <a:pt x="328603" y="605226"/>
                    </a:lnTo>
                    <a:lnTo>
                      <a:pt x="320296" y="589970"/>
                    </a:lnTo>
                    <a:lnTo>
                      <a:pt x="305527" y="575668"/>
                    </a:lnTo>
                    <a:lnTo>
                      <a:pt x="289835" y="565179"/>
                    </a:lnTo>
                    <a:lnTo>
                      <a:pt x="273220" y="556598"/>
                    </a:lnTo>
                    <a:lnTo>
                      <a:pt x="256606" y="544202"/>
                    </a:lnTo>
                    <a:lnTo>
                      <a:pt x="243683" y="530853"/>
                    </a:lnTo>
                    <a:lnTo>
                      <a:pt x="233530" y="513690"/>
                    </a:lnTo>
                    <a:lnTo>
                      <a:pt x="229837" y="494620"/>
                    </a:lnTo>
                    <a:lnTo>
                      <a:pt x="231684" y="475551"/>
                    </a:lnTo>
                    <a:lnTo>
                      <a:pt x="238145" y="457434"/>
                    </a:lnTo>
                    <a:lnTo>
                      <a:pt x="246452" y="442178"/>
                    </a:lnTo>
                    <a:lnTo>
                      <a:pt x="251990" y="426922"/>
                    </a:lnTo>
                    <a:lnTo>
                      <a:pt x="225222" y="407852"/>
                    </a:lnTo>
                    <a:lnTo>
                      <a:pt x="206761" y="388782"/>
                    </a:lnTo>
                    <a:lnTo>
                      <a:pt x="196608" y="369713"/>
                    </a:lnTo>
                    <a:lnTo>
                      <a:pt x="194762" y="348736"/>
                    </a:lnTo>
                    <a:lnTo>
                      <a:pt x="197531" y="329666"/>
                    </a:lnTo>
                    <a:lnTo>
                      <a:pt x="204915" y="308689"/>
                    </a:lnTo>
                    <a:lnTo>
                      <a:pt x="215069" y="287712"/>
                    </a:lnTo>
                    <a:lnTo>
                      <a:pt x="226145" y="266735"/>
                    </a:lnTo>
                    <a:lnTo>
                      <a:pt x="236299" y="244805"/>
                    </a:lnTo>
                    <a:lnTo>
                      <a:pt x="246452" y="223828"/>
                    </a:lnTo>
                    <a:lnTo>
                      <a:pt x="251990" y="200944"/>
                    </a:lnTo>
                    <a:lnTo>
                      <a:pt x="233530" y="183781"/>
                    </a:lnTo>
                    <a:lnTo>
                      <a:pt x="207684" y="170432"/>
                    </a:lnTo>
                    <a:lnTo>
                      <a:pt x="179070" y="158037"/>
                    </a:lnTo>
                    <a:lnTo>
                      <a:pt x="149533" y="147548"/>
                    </a:lnTo>
                    <a:lnTo>
                      <a:pt x="119072" y="137060"/>
                    </a:lnTo>
                    <a:lnTo>
                      <a:pt x="88612" y="126571"/>
                    </a:lnTo>
                    <a:lnTo>
                      <a:pt x="59998" y="114176"/>
                    </a:lnTo>
                    <a:lnTo>
                      <a:pt x="36922" y="100827"/>
                    </a:lnTo>
                    <a:lnTo>
                      <a:pt x="16615" y="81757"/>
                    </a:lnTo>
                    <a:lnTo>
                      <a:pt x="4615" y="58873"/>
                    </a:lnTo>
                    <a:lnTo>
                      <a:pt x="0" y="35036"/>
                    </a:lnTo>
                    <a:lnTo>
                      <a:pt x="3692" y="1215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392" tIns="45696" rIns="91392" bIns="45696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ko-KR" altLang="en-US" sz="2700">
                  <a:latin typeface="EYInterstate Light" panose="02000506000000020004" pitchFamily="2" charset="0"/>
                </a:endParaRPr>
              </a:p>
            </p:txBody>
          </p:sp>
        </p:grpSp>
        <p:sp>
          <p:nvSpPr>
            <p:cNvPr id="21" name="화살표: 위쪽/아래쪽 5">
              <a:extLst>
                <a:ext uri="{FF2B5EF4-FFF2-40B4-BE49-F238E27FC236}">
                  <a16:creationId xmlns:a16="http://schemas.microsoft.com/office/drawing/2014/main" id="{16EA974F-14F8-7BC0-ACFB-67447E40DFC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937916" y="2503492"/>
              <a:ext cx="432048" cy="805308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  <p:sp>
          <p:nvSpPr>
            <p:cNvPr id="22" name="화살표: 위쪽/아래쪽 39">
              <a:extLst>
                <a:ext uri="{FF2B5EF4-FFF2-40B4-BE49-F238E27FC236}">
                  <a16:creationId xmlns:a16="http://schemas.microsoft.com/office/drawing/2014/main" id="{10403292-DDCD-25F7-4C7F-B1AD062C544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246751" y="3462758"/>
              <a:ext cx="432048" cy="805308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  <p:sp>
          <p:nvSpPr>
            <p:cNvPr id="23" name="화살표: 위쪽/아래쪽 40">
              <a:extLst>
                <a:ext uri="{FF2B5EF4-FFF2-40B4-BE49-F238E27FC236}">
                  <a16:creationId xmlns:a16="http://schemas.microsoft.com/office/drawing/2014/main" id="{787D00A5-2C39-C1EB-DCDA-B4E17397063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8937916" y="4422024"/>
              <a:ext cx="432048" cy="805308"/>
            </a:xfrm>
            <a:prstGeom prst="upDownArrow">
              <a:avLst/>
            </a:prstGeom>
            <a:grpFill/>
            <a:ln>
              <a:noFill/>
            </a:ln>
          </p:spPr>
          <p:style>
            <a:lnRef idx="2">
              <a:srgbClr val="000000"/>
            </a:lnRef>
            <a:fillRef idx="1">
              <a:srgbClr val="FFFFFF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  <a:latin typeface="EYInterstate Light" panose="02000506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7539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E26C-CD6B-4473-ED1B-DC5DF9CA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DA301-3801-625E-71C3-CF1142BDDB42}"/>
              </a:ext>
            </a:extLst>
          </p:cNvPr>
          <p:cNvSpPr txBox="1"/>
          <p:nvPr/>
        </p:nvSpPr>
        <p:spPr>
          <a:xfrm>
            <a:off x="214604" y="587829"/>
            <a:ext cx="11765902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4A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</a:t>
            </a: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</a:t>
            </a:r>
          </a:p>
        </p:txBody>
      </p:sp>
      <p:sp>
        <p:nvSpPr>
          <p:cNvPr id="10" name="Shape 6"/>
          <p:cNvSpPr/>
          <p:nvPr/>
        </p:nvSpPr>
        <p:spPr>
          <a:xfrm>
            <a:off x="350831" y="1685295"/>
            <a:ext cx="11201400" cy="44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0D8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15423" y="1685295"/>
            <a:ext cx="10872216" cy="4239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</a:t>
            </a:r>
            <a:endParaRPr lang="en-US" sz="1400" b="1" dirty="0"/>
          </a:p>
          <a:p>
            <a:r>
              <a:rPr lang="en-US" sz="1400" dirty="0"/>
              <a:t>Akhlaghi, S., Zhou, N., &amp; Huang, Z. (2017). "Adaptive Adjustment of Noise Covariance in Kalman Filter for Dynamic State Estimation." </a:t>
            </a:r>
            <a:r>
              <a:rPr lang="en-US" sz="1400" i="1" dirty="0"/>
              <a:t>IEEE Power &amp; Energy Society General Meeting</a:t>
            </a:r>
            <a:r>
              <a:rPr lang="en-US" sz="1400" dirty="0"/>
              <a:t>. DOI: 10.1109/PESGM.2017.8273756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Recent gap paper:</a:t>
            </a:r>
            <a:endParaRPr lang="en-US" sz="1400" b="1" dirty="0"/>
          </a:p>
          <a:p>
            <a:r>
              <a:rPr lang="en-US" sz="1400" dirty="0"/>
              <a:t>Chhabra, A., </a:t>
            </a:r>
            <a:r>
              <a:rPr lang="en-US" sz="1400" dirty="0" err="1"/>
              <a:t>Venepally</a:t>
            </a:r>
            <a:r>
              <a:rPr lang="en-US" sz="1400" dirty="0"/>
              <a:t>, J. R., &amp; Kim, D. (2021). "Measurement Noise Covariance-Adapting Kalman Filters for Varying Sensor Noise Situations." </a:t>
            </a:r>
            <a:r>
              <a:rPr lang="en-US" sz="1400" i="1" dirty="0"/>
              <a:t>Sensors</a:t>
            </a:r>
            <a:r>
              <a:rPr lang="en-US" sz="1400" dirty="0"/>
              <a:t>, 21(24), 8304.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Other supporting papers/tools: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Original Theory:</a:t>
            </a:r>
            <a:r>
              <a:rPr lang="en-US" sz="1400" dirty="0"/>
              <a:t> Kalman, R. E. (1960). "A New Approach to Linear Filtering and Prediction Problems." </a:t>
            </a:r>
            <a:r>
              <a:rPr lang="en-US" sz="1400" i="1" dirty="0"/>
              <a:t>Transactions of the ASME—Journal of Basic Engineering</a:t>
            </a:r>
            <a:r>
              <a:rPr lang="en-US" sz="1400" dirty="0"/>
              <a:t>, 82 (Series D): 35–45.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Dataset:</a:t>
            </a:r>
            <a:r>
              <a:rPr lang="en-US" sz="1400" dirty="0"/>
              <a:t> NASA Prognostics Center of Excellence (</a:t>
            </a:r>
            <a:r>
              <a:rPr lang="en-US" sz="1400" dirty="0" err="1"/>
              <a:t>PCoE</a:t>
            </a:r>
            <a:r>
              <a:rPr lang="en-US" sz="1400" dirty="0"/>
              <a:t>). "Li-ion Battery Aging Datasets (B0005)." NASA Ames Research Center.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Battery Model:</a:t>
            </a:r>
            <a:r>
              <a:rPr lang="en-US" sz="1400" dirty="0"/>
              <a:t> Sun, F., et al. (2011). "State of charge estimation for lithium-ion batteries based on an adaptive unscented Kalman filter." </a:t>
            </a:r>
            <a:r>
              <a:rPr lang="en-US" sz="1400" i="1" dirty="0"/>
              <a:t>Energy</a:t>
            </a:r>
            <a:r>
              <a:rPr lang="en-US" sz="1400" dirty="0"/>
              <a:t>, 36(5)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Software Library:</a:t>
            </a:r>
            <a:r>
              <a:rPr lang="en-US" sz="1400" dirty="0"/>
              <a:t> Labbe, R. "Kalman and Bayesian Filters in Python." (</a:t>
            </a:r>
            <a:r>
              <a:rPr lang="en-US" sz="1400" dirty="0" err="1"/>
              <a:t>filterpy</a:t>
            </a:r>
            <a:r>
              <a:rPr lang="en-US" sz="1400" dirty="0"/>
              <a:t>).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047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2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5448</TotalTime>
  <Words>2487</Words>
  <Application>Microsoft Office PowerPoint</Application>
  <PresentationFormat>Widescreen</PresentationFormat>
  <Paragraphs>283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 Math</vt:lpstr>
      <vt:lpstr>EYInterstate Light</vt:lpstr>
      <vt:lpstr>Google Sans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Machine Intelligence | GJU</dc:creator>
  <cp:lastModifiedBy>AlMasadeh, Ramez | Student</cp:lastModifiedBy>
  <cp:revision>2</cp:revision>
  <dcterms:created xsi:type="dcterms:W3CDTF">2025-12-18T16:56:41Z</dcterms:created>
  <dcterms:modified xsi:type="dcterms:W3CDTF">2025-12-22T21:53:58Z</dcterms:modified>
</cp:coreProperties>
</file>